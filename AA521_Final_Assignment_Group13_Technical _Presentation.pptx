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6" Type="http://schemas.microsoft.com/office/2020/02/relationships/classificationlabels" Target="docMetadata/LabelInfo.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2"/>
  </p:notesMasterIdLst>
  <p:sldIdLst>
    <p:sldId id="256" r:id="rId2"/>
    <p:sldId id="257" r:id="rId3"/>
    <p:sldId id="258" r:id="rId4"/>
    <p:sldId id="259" r:id="rId5"/>
    <p:sldId id="260" r:id="rId6"/>
    <p:sldId id="261" r:id="rId7"/>
    <p:sldId id="262" r:id="rId8"/>
    <p:sldId id="263" r:id="rId9"/>
    <p:sldId id="264" r:id="rId10"/>
    <p:sldId id="265" r:id="rId11"/>
  </p:sldIdLst>
  <p:sldSz cx="9144000" cy="5143500" type="screen16x9"/>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5B9CD6"/>
    <a:srgbClr val="4FC7A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3880"/>
    <p:restoredTop sz="94610"/>
  </p:normalViewPr>
  <p:slideViewPr>
    <p:cSldViewPr snapToGrid="0" snapToObjects="1">
      <p:cViewPr varScale="1">
        <p:scale>
          <a:sx n="164" d="100"/>
          <a:sy n="164" d="100"/>
        </p:scale>
        <p:origin x="160" y="104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presProps" Target="pres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theme" Target="theme/theme1.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viewProps" Target="viewProps.xml"/></Relationships>
</file>

<file path=ppt/diagrams/colors1.xml><?xml version="1.0" encoding="utf-8"?>
<dgm:colorsDef xmlns:dgm="http://schemas.openxmlformats.org/drawingml/2006/diagram" xmlns:a="http://schemas.openxmlformats.org/drawingml/2006/main" uniqueId="urn:microsoft.com/office/officeart/2005/8/colors/colorful5">
  <dgm:title val=""/>
  <dgm:desc val=""/>
  <dgm:catLst>
    <dgm:cat type="colorful" pri="10500"/>
  </dgm:catLst>
  <dgm:styleLbl name="node0">
    <dgm:fillClrLst meth="repeat">
      <a:schemeClr val="accent4"/>
    </dgm:fillClrLst>
    <dgm:linClrLst meth="repeat">
      <a:schemeClr val="lt1"/>
    </dgm:linClrLst>
    <dgm:effectClrLst/>
    <dgm:txLinClrLst/>
    <dgm:txFillClrLst/>
    <dgm:txEffectClrLst/>
  </dgm:styleLbl>
  <dgm:styleLbl name="node1">
    <dgm:fillClrLst>
      <a:schemeClr val="accent5"/>
      <a:schemeClr val="accent6"/>
    </dgm:fillClrLst>
    <dgm:linClrLst meth="repeat">
      <a:schemeClr val="lt1"/>
    </dgm:linClrLst>
    <dgm:effectClrLst/>
    <dgm:txLinClrLst/>
    <dgm:txFillClrLst/>
    <dgm:txEffectClrLst/>
  </dgm:styleLbl>
  <dgm:styleLbl name="alignNode1">
    <dgm:fillClrLst>
      <a:schemeClr val="accent5"/>
      <a:schemeClr val="accent6"/>
    </dgm:fillClrLst>
    <dgm:linClrLst>
      <a:schemeClr val="accent5"/>
      <a:schemeClr val="accent6"/>
    </dgm:linClrLst>
    <dgm:effectClrLst/>
    <dgm:txLinClrLst/>
    <dgm:txFillClrLst/>
    <dgm:txEffectClrLst/>
  </dgm:styleLbl>
  <dgm:styleLbl name="lnNode1">
    <dgm:fillClrLst>
      <a:schemeClr val="accent5"/>
      <a:schemeClr val="accent6"/>
    </dgm:fillClrLst>
    <dgm:linClrLst meth="repeat">
      <a:schemeClr val="lt1"/>
    </dgm:linClrLst>
    <dgm:effectClrLst/>
    <dgm:txLinClrLst/>
    <dgm:txFillClrLst/>
    <dgm:txEffectClrLst/>
  </dgm:styleLbl>
  <dgm:styleLbl name="vennNode1">
    <dgm:fillClrLst>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6"/>
    </dgm:fillClrLst>
    <dgm:linClrLst meth="repeat">
      <a:schemeClr val="lt1"/>
    </dgm:linClrLst>
    <dgm:effectClrLst/>
    <dgm:txLinClrLst/>
    <dgm:txFillClrLst/>
    <dgm:txEffectClrLst/>
  </dgm:styleLbl>
  <dgm:styleLbl name="node3">
    <dgm:fillClrLst>
      <a:schemeClr val="accent1"/>
    </dgm:fillClrLst>
    <dgm:linClrLst meth="repeat">
      <a:schemeClr val="lt1"/>
    </dgm:linClrLst>
    <dgm:effectClrLst/>
    <dgm:txLinClrLst/>
    <dgm:txFillClrLst/>
    <dgm:txEffectClrLst/>
  </dgm:styleLbl>
  <dgm:styleLbl name="node4">
    <dgm:fillClrLst>
      <a:schemeClr val="accent2"/>
    </dgm:fillClrLst>
    <dgm:linClrLst meth="repeat">
      <a:schemeClr val="lt1"/>
    </dgm:linClrLst>
    <dgm:effectClrLst/>
    <dgm:txLinClrLst/>
    <dgm:txFillClrLst/>
    <dgm:txEffectClrLst/>
  </dgm:styleLbl>
  <dgm:styleLbl name="fgImgPlace1">
    <dgm:fillClrLst>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5">
        <a:tint val="50000"/>
      </a:schemeClr>
      <a:schemeClr val="accent6">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5">
        <a:tint val="50000"/>
      </a:schemeClr>
      <a:schemeClr val="accent6">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5"/>
      <a:schemeClr val="accent6"/>
    </dgm:fillClrLst>
    <dgm:linClrLst meth="repeat">
      <a:schemeClr val="lt1"/>
    </dgm:linClrLst>
    <dgm:effectClrLst/>
    <dgm:txLinClrLst/>
    <dgm:txFillClrLst/>
    <dgm:txEffectClrLst/>
  </dgm:styleLbl>
  <dgm:styleLbl name="fgSibTrans2D1">
    <dgm:fillClrLst>
      <a:schemeClr val="accent5"/>
      <a:schemeClr val="accent6"/>
    </dgm:fillClrLst>
    <dgm:linClrLst meth="repeat">
      <a:schemeClr val="lt1"/>
    </dgm:linClrLst>
    <dgm:effectClrLst/>
    <dgm:txLinClrLst/>
    <dgm:txFillClrLst meth="repeat">
      <a:schemeClr val="lt1"/>
    </dgm:txFillClrLst>
    <dgm:txEffectClrLst/>
  </dgm:styleLbl>
  <dgm:styleLbl name="bgSibTrans2D1">
    <dgm:fillClrLst>
      <a:schemeClr val="accent5"/>
      <a:schemeClr val="accent6"/>
    </dgm:fillClrLst>
    <dgm:linClrLst meth="repeat">
      <a:schemeClr val="lt1"/>
    </dgm:linClrLst>
    <dgm:effectClrLst/>
    <dgm:txLinClrLst/>
    <dgm:txFillClrLst meth="repeat">
      <a:schemeClr val="lt1"/>
    </dgm:txFillClrLst>
    <dgm:txEffectClrLst/>
  </dgm:styleLbl>
  <dgm:styleLbl name="sibTrans1D1">
    <dgm:fillClrLst/>
    <dgm:linClrLst>
      <a:schemeClr val="accent5"/>
      <a:schemeClr val="accent6"/>
    </dgm:linClrLst>
    <dgm:effectClrLst/>
    <dgm:txLinClrLst/>
    <dgm:txFillClrLst meth="repeat">
      <a:schemeClr val="tx1"/>
    </dgm:txFillClrLst>
    <dgm:txEffectClrLst/>
  </dgm:styleLbl>
  <dgm:styleLbl name="callout">
    <dgm:fillClrLst meth="repeat">
      <a:schemeClr val="accent5"/>
    </dgm:fillClrLst>
    <dgm:linClrLst meth="repeat">
      <a:schemeClr val="accent5">
        <a:tint val="50000"/>
      </a:schemeClr>
    </dgm:linClrLst>
    <dgm:effectClrLst/>
    <dgm:txLinClrLst/>
    <dgm:txFillClrLst meth="repeat">
      <a:schemeClr val="tx1"/>
    </dgm:txFillClrLst>
    <dgm:txEffectClrLst/>
  </dgm:styleLbl>
  <dgm:styleLbl name="asst0">
    <dgm:fillClrLst meth="repeat">
      <a:schemeClr val="accent5"/>
    </dgm:fillClrLst>
    <dgm:linClrLst meth="repeat">
      <a:schemeClr val="lt1">
        <a:shade val="80000"/>
      </a:schemeClr>
    </dgm:linClrLst>
    <dgm:effectClrLst/>
    <dgm:txLinClrLst/>
    <dgm:txFillClrLst/>
    <dgm:txEffectClrLst/>
  </dgm:styleLbl>
  <dgm:styleLbl name="asst1">
    <dgm:fillClrLst meth="repeat">
      <a:schemeClr val="accent6"/>
    </dgm:fillClrLst>
    <dgm:linClrLst meth="repeat">
      <a:schemeClr val="lt1">
        <a:shade val="80000"/>
      </a:schemeClr>
    </dgm:linClrLst>
    <dgm:effectClrLst/>
    <dgm:txLinClrLst/>
    <dgm:txFillClrLst/>
    <dgm:txEffectClrLst/>
  </dgm:styleLbl>
  <dgm:styleLbl name="asst2">
    <dgm:fillClrLst>
      <a:schemeClr val="accent1"/>
    </dgm:fillClrLst>
    <dgm:linClrLst meth="repeat">
      <a:schemeClr val="lt1"/>
    </dgm:linClrLst>
    <dgm:effectClrLst/>
    <dgm:txLinClrLst/>
    <dgm:txFillClrLst/>
    <dgm:txEffectClrLst/>
  </dgm:styleLbl>
  <dgm:styleLbl name="asst3">
    <dgm:fillClrLst>
      <a:schemeClr val="accent2"/>
    </dgm:fillClrLst>
    <dgm:linClrLst meth="repeat">
      <a:schemeClr val="lt1"/>
    </dgm:linClrLst>
    <dgm:effectClrLst/>
    <dgm:txLinClrLst/>
    <dgm:txFillClrLst/>
    <dgm:txEffectClrLst/>
  </dgm:styleLbl>
  <dgm:styleLbl name="asst4">
    <dgm:fillClrLst>
      <a:schemeClr val="accent3"/>
    </dgm:fillClrLst>
    <dgm:linClrLst meth="repeat">
      <a:schemeClr val="lt1"/>
    </dgm:linClrLst>
    <dgm:effectClrLst/>
    <dgm:txLinClrLst/>
    <dgm:txFillClrLst/>
    <dgm:txEffectClrLst/>
  </dgm:styleLbl>
  <dgm:styleLbl name="parChTrans2D1">
    <dgm:fillClrLst meth="repeat">
      <a:schemeClr val="accent5"/>
    </dgm:fillClrLst>
    <dgm:linClrLst meth="repeat">
      <a:schemeClr val="lt1"/>
    </dgm:linClrLst>
    <dgm:effectClrLst/>
    <dgm:txLinClrLst/>
    <dgm:txFillClrLst meth="repeat">
      <a:schemeClr val="lt1"/>
    </dgm:txFillClrLst>
    <dgm:txEffectClrLst/>
  </dgm:styleLbl>
  <dgm:styleLbl name="parChTrans2D2">
    <dgm:fillClrLst meth="repeat">
      <a:schemeClr val="accent6"/>
    </dgm:fillClrLst>
    <dgm:linClrLst meth="repeat">
      <a:schemeClr val="lt1"/>
    </dgm:linClrLst>
    <dgm:effectClrLst/>
    <dgm:txLinClrLst/>
    <dgm:txFillClrLst/>
    <dgm:txEffectClrLst/>
  </dgm:styleLbl>
  <dgm:styleLbl name="parChTrans2D3">
    <dgm:fillClrLst meth="repeat">
      <a:schemeClr val="accent6"/>
    </dgm:fillClrLst>
    <dgm:linClrLst meth="repeat">
      <a:schemeClr val="lt1"/>
    </dgm:linClrLst>
    <dgm:effectClrLst/>
    <dgm:txLinClrLst/>
    <dgm:txFillClrLst/>
    <dgm:txEffectClrLst/>
  </dgm:styleLbl>
  <dgm:styleLbl name="parChTrans2D4">
    <dgm:fillClrLst meth="repeat">
      <a:schemeClr val="accent1"/>
    </dgm:fillClrLst>
    <dgm:linClrLst meth="repeat">
      <a:schemeClr val="lt1"/>
    </dgm:linClrLst>
    <dgm:effectClrLst/>
    <dgm:txLinClrLst/>
    <dgm:txFillClrLst meth="repeat">
      <a:schemeClr val="lt1"/>
    </dgm:txFillClrLst>
    <dgm:txEffectClrLst/>
  </dgm:styleLbl>
  <dgm:styleLbl name="parChTrans1D1">
    <dgm:fillClrLst meth="repeat">
      <a:schemeClr val="accent5"/>
    </dgm:fillClrLst>
    <dgm:linClrLst meth="repeat">
      <a:schemeClr val="accent5"/>
    </dgm:linClrLst>
    <dgm:effectClrLst/>
    <dgm:txLinClrLst/>
    <dgm:txFillClrLst meth="repeat">
      <a:schemeClr val="tx1"/>
    </dgm:txFillClrLst>
    <dgm:txEffectClrLst/>
  </dgm:styleLbl>
  <dgm:styleLbl name="parChTrans1D2">
    <dgm:fillClrLst meth="repeat">
      <a:schemeClr val="accent6">
        <a:tint val="90000"/>
      </a:schemeClr>
    </dgm:fillClrLst>
    <dgm:linClrLst meth="repeat">
      <a:schemeClr val="accent6"/>
    </dgm:linClrLst>
    <dgm:effectClrLst/>
    <dgm:txLinClrLst/>
    <dgm:txFillClrLst meth="repeat">
      <a:schemeClr val="tx1"/>
    </dgm:txFillClrLst>
    <dgm:txEffectClrLst/>
  </dgm:styleLbl>
  <dgm:styleLbl name="parChTrans1D3">
    <dgm:fillClrLst meth="repeat">
      <a:schemeClr val="accent6">
        <a:tint val="70000"/>
      </a:schemeClr>
    </dgm:fillClrLst>
    <dgm:linClrLst meth="repeat">
      <a:schemeClr val="accent1"/>
    </dgm:linClrLst>
    <dgm:effectClrLst/>
    <dgm:txLinClrLst/>
    <dgm:txFillClrLst meth="repeat">
      <a:schemeClr val="tx1"/>
    </dgm:txFillClrLst>
    <dgm:txEffectClrLst/>
  </dgm:styleLbl>
  <dgm:styleLbl name="parChTrans1D4">
    <dgm:fillClrLst meth="repeat">
      <a:schemeClr val="accent6">
        <a:tint val="50000"/>
      </a:schemeClr>
    </dgm:fillClrLst>
    <dgm:linClrLst meth="repeat">
      <a:schemeClr val="accent2"/>
    </dgm:linClrLst>
    <dgm:effectClrLst/>
    <dgm:txLinClrLst/>
    <dgm:txFillClrLst meth="repeat">
      <a:schemeClr val="tx1"/>
    </dgm:txFillClrLst>
    <dgm:txEffectClrLst/>
  </dgm:styleLbl>
  <dgm:styleLbl name="f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5"/>
    </dgm:linClrLst>
    <dgm:effectClrLst/>
    <dgm:txLinClrLst/>
    <dgm:txFillClrLst meth="repeat">
      <a:schemeClr val="dk1"/>
    </dgm:txFillClrLst>
    <dgm:txEffectClrLst/>
  </dgm:styleLbl>
  <dgm:styleLbl name="b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solidFgAcc1">
    <dgm:fillClrLst meth="repeat">
      <a:schemeClr val="lt1"/>
    </dgm:fillClrLst>
    <dgm:linClrLst>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a:schemeClr val="accent5"/>
      <a:schemeClr val="accent6"/>
    </dgm:linClrLst>
    <dgm:effectClrLst/>
    <dgm:txLinClrLst/>
    <dgm:txFillClrLst meth="repeat">
      <a:schemeClr val="dk1"/>
    </dgm:txFillClrLst>
    <dgm:txEffectClrLst/>
  </dgm:styleLbl>
  <dgm:styleLbl name="solidBgAcc1">
    <dgm:fillClrLst meth="repeat">
      <a:schemeClr val="lt1"/>
    </dgm:fillClrLst>
    <dgm:linClrLst>
      <a:schemeClr val="accent5"/>
      <a:schemeClr val="accent6"/>
    </dgm:linClrLst>
    <dgm:effectClrLst/>
    <dgm:txLinClrLst/>
    <dgm:txFillClrLst meth="repeat">
      <a:schemeClr val="dk1"/>
    </dgm:txFillClrLst>
    <dgm:txEffectClrLst/>
  </dgm:styleLbl>
  <dgm:styleLbl name="fgAccFollowNode1">
    <dgm:fillClrLst>
      <a:schemeClr val="accent5">
        <a:tint val="40000"/>
        <a:alpha val="90000"/>
      </a:schemeClr>
      <a:schemeClr val="accent6">
        <a:tint val="40000"/>
        <a:alpha val="90000"/>
      </a:schemeClr>
    </dgm:fillClrLst>
    <dgm:linClrLst>
      <a:schemeClr val="accent5">
        <a:tint val="40000"/>
        <a:alpha val="90000"/>
      </a:schemeClr>
      <a:schemeClr val="accent5">
        <a:tint val="40000"/>
        <a:alpha val="90000"/>
      </a:schemeClr>
    </dgm:linClrLst>
    <dgm:effectClrLst/>
    <dgm:txLinClrLst/>
    <dgm:txFillClrLst meth="repeat">
      <a:schemeClr val="dk1"/>
    </dgm:txFillClrLst>
    <dgm:txEffectClrLst/>
  </dgm:styleLbl>
  <dgm:styleLbl name="alignAccFollowNode1">
    <dgm:fillClrLst>
      <a:schemeClr val="accent5">
        <a:tint val="40000"/>
        <a:alpha val="90000"/>
      </a:schemeClr>
      <a:schemeClr val="accent6">
        <a:tint val="40000"/>
        <a:alpha val="90000"/>
      </a:schemeClr>
    </dgm:fillClrLst>
    <dgm:linClrLst>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a:schemeClr val="accent5">
        <a:tint val="40000"/>
        <a:alpha val="90000"/>
      </a:schemeClr>
      <a:schemeClr val="accent6">
        <a:tint val="40000"/>
        <a:alpha val="90000"/>
      </a:schemeClr>
    </dgm:fillClrLst>
    <dgm:linClrLst>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4"/>
    </dgm:linClrLst>
    <dgm:effectClrLst/>
    <dgm:txLinClrLst/>
    <dgm:txFillClrLst meth="repeat">
      <a:schemeClr val="dk1"/>
    </dgm:txFillClrLst>
    <dgm:txEffectClrLst/>
  </dgm:styleLbl>
  <dgm:styleLbl name="fgAcc2">
    <dgm:fillClrLst meth="repeat">
      <a:schemeClr val="lt1">
        <a:alpha val="90000"/>
      </a:schemeClr>
    </dgm:fillClrLst>
    <dgm:linClrLst>
      <a:schemeClr val="accent6"/>
    </dgm:linClrLst>
    <dgm:effectClrLst/>
    <dgm:txLinClrLst/>
    <dgm:txFillClrLst meth="repeat">
      <a:schemeClr val="dk1"/>
    </dgm:txFillClrLst>
    <dgm:txEffectClrLst/>
  </dgm:styleLbl>
  <dgm:styleLbl name="fgAcc3">
    <dgm:fillClrLst meth="repeat">
      <a:schemeClr val="lt1">
        <a:alpha val="90000"/>
      </a:schemeClr>
    </dgm:fillClrLst>
    <dgm:linClrLst>
      <a:schemeClr val="accent1"/>
    </dgm:linClrLst>
    <dgm:effectClrLst/>
    <dgm:txLinClrLst/>
    <dgm:txFillClrLst meth="repeat">
      <a:schemeClr val="dk1"/>
    </dgm:txFillClrLst>
    <dgm:txEffectClrLst/>
  </dgm:styleLbl>
  <dgm:styleLbl name="fgAcc4">
    <dgm:fillClrLst meth="repeat">
      <a:schemeClr val="lt1">
        <a:alpha val="90000"/>
      </a:schemeClr>
    </dgm:fillClrLst>
    <dgm:linClrLst>
      <a:schemeClr val="accent2"/>
    </dgm:linClrLst>
    <dgm:effectClrLst/>
    <dgm:txLinClrLst/>
    <dgm:txFillClrLst meth="repeat">
      <a:schemeClr val="dk1"/>
    </dgm:txFillClrLst>
    <dgm:txEffectClrLst/>
  </dgm:styleLbl>
  <dgm:styleLbl name="bgShp">
    <dgm:fillClrLst meth="repeat">
      <a:schemeClr val="accent5">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5">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5">
        <a:tint val="50000"/>
        <a:alpha val="40000"/>
      </a:schemeClr>
    </dgm:fillClrLst>
    <dgm:linClrLst meth="repeat">
      <a:schemeClr val="accent5"/>
    </dgm:linClrLst>
    <dgm:effectClrLst/>
    <dgm:txLinClrLst/>
    <dgm:txFillClrLst meth="repeat">
      <a:schemeClr val="lt1"/>
    </dgm:txFillClrLst>
    <dgm:txEffectClrLst/>
  </dgm:styleLbl>
  <dgm:styleLbl name="fgShp">
    <dgm:fillClrLst meth="repeat">
      <a:schemeClr val="accent5">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22919F8F-6AFC-F94E-96D6-D3A0B66A4BE4}" type="doc">
      <dgm:prSet loTypeId="urn:microsoft.com/office/officeart/2008/layout/AlternatingHexagons" loCatId="" qsTypeId="urn:microsoft.com/office/officeart/2005/8/quickstyle/simple1" qsCatId="simple" csTypeId="urn:microsoft.com/office/officeart/2005/8/colors/colorful5" csCatId="colorful" phldr="1"/>
      <dgm:spPr/>
      <dgm:t>
        <a:bodyPr/>
        <a:lstStyle/>
        <a:p>
          <a:endParaRPr lang="en-GB"/>
        </a:p>
      </dgm:t>
    </dgm:pt>
    <dgm:pt modelId="{34E39095-4C99-0A4E-BC0D-9382F9B4D0B6}">
      <dgm:prSet phldrT="[Text]"/>
      <dgm:spPr/>
      <dgm:t>
        <a:bodyPr/>
        <a:lstStyle/>
        <a:p>
          <a:r>
            <a:rPr lang="en-GB" dirty="0"/>
            <a:t> </a:t>
          </a:r>
        </a:p>
      </dgm:t>
    </dgm:pt>
    <dgm:pt modelId="{AE0AA19C-992C-0948-9141-718CB76525AC}" type="parTrans" cxnId="{879CA334-52F8-CA47-839A-C0A16F3FCF93}">
      <dgm:prSet/>
      <dgm:spPr/>
      <dgm:t>
        <a:bodyPr/>
        <a:lstStyle/>
        <a:p>
          <a:endParaRPr lang="en-GB"/>
        </a:p>
      </dgm:t>
    </dgm:pt>
    <dgm:pt modelId="{6003F01B-A34E-1F4D-AF5E-237727FB6B49}" type="sibTrans" cxnId="{879CA334-52F8-CA47-839A-C0A16F3FCF93}">
      <dgm:prSet/>
      <dgm:spPr/>
      <dgm:t>
        <a:bodyPr/>
        <a:lstStyle/>
        <a:p>
          <a:endParaRPr lang="en-GB"/>
        </a:p>
      </dgm:t>
    </dgm:pt>
    <dgm:pt modelId="{A4E126FD-56CC-384A-AE5D-FEB7B82E6F3E}">
      <dgm:prSet phldrT="[Text]" custT="1"/>
      <dgm:spPr/>
      <dgm:t>
        <a:bodyPr/>
        <a:lstStyle/>
        <a:p>
          <a:r>
            <a:rPr lang="en-GB" sz="1200" dirty="0"/>
            <a:t>Random Rotation</a:t>
          </a:r>
        </a:p>
      </dgm:t>
    </dgm:pt>
    <dgm:pt modelId="{C9A50354-3FD6-C342-ACF5-31D9D560ECDA}" type="parTrans" cxnId="{7E8B360D-6595-1243-A6EC-DA7D0151C25F}">
      <dgm:prSet/>
      <dgm:spPr/>
      <dgm:t>
        <a:bodyPr/>
        <a:lstStyle/>
        <a:p>
          <a:endParaRPr lang="en-GB"/>
        </a:p>
      </dgm:t>
    </dgm:pt>
    <dgm:pt modelId="{2AAE41E5-985C-5F45-A599-889B6C654786}" type="sibTrans" cxnId="{7E8B360D-6595-1243-A6EC-DA7D0151C25F}">
      <dgm:prSet/>
      <dgm:spPr/>
      <dgm:t>
        <a:bodyPr/>
        <a:lstStyle/>
        <a:p>
          <a:endParaRPr lang="en-GB"/>
        </a:p>
      </dgm:t>
    </dgm:pt>
    <dgm:pt modelId="{A7E058B5-C6C2-0A4D-85BF-AB168DDA9990}">
      <dgm:prSet phldrT="[Text]"/>
      <dgm:spPr/>
      <dgm:t>
        <a:bodyPr/>
        <a:lstStyle/>
        <a:p>
          <a:r>
            <a:rPr lang="en-GB" dirty="0"/>
            <a:t> </a:t>
          </a:r>
        </a:p>
      </dgm:t>
    </dgm:pt>
    <dgm:pt modelId="{8FDFC1BD-724D-8242-94DD-F0DD3406BC4E}" type="parTrans" cxnId="{1463A417-A72A-A541-AE6E-99D64A931CDA}">
      <dgm:prSet/>
      <dgm:spPr/>
      <dgm:t>
        <a:bodyPr/>
        <a:lstStyle/>
        <a:p>
          <a:endParaRPr lang="en-GB"/>
        </a:p>
      </dgm:t>
    </dgm:pt>
    <dgm:pt modelId="{D37F1002-D8B7-9F4C-AFF1-8A78BC702195}" type="sibTrans" cxnId="{1463A417-A72A-A541-AE6E-99D64A931CDA}">
      <dgm:prSet/>
      <dgm:spPr/>
      <dgm:t>
        <a:bodyPr/>
        <a:lstStyle/>
        <a:p>
          <a:endParaRPr lang="en-GB"/>
        </a:p>
      </dgm:t>
    </dgm:pt>
    <dgm:pt modelId="{2A7B1775-1579-B04F-80DC-0507531313C6}">
      <dgm:prSet phldrT="[Text]" custT="1"/>
      <dgm:spPr/>
      <dgm:t>
        <a:bodyPr/>
        <a:lstStyle/>
        <a:p>
          <a:r>
            <a:rPr lang="en-GB" sz="1200" dirty="0"/>
            <a:t>Horizontal Flip</a:t>
          </a:r>
        </a:p>
      </dgm:t>
    </dgm:pt>
    <dgm:pt modelId="{321813D6-1CD1-FE40-9402-626FA0FD52AF}" type="parTrans" cxnId="{6793D3DC-4C73-6549-9D9B-E3266F0C4A5B}">
      <dgm:prSet/>
      <dgm:spPr/>
      <dgm:t>
        <a:bodyPr/>
        <a:lstStyle/>
        <a:p>
          <a:endParaRPr lang="en-GB"/>
        </a:p>
      </dgm:t>
    </dgm:pt>
    <dgm:pt modelId="{8F727B33-08F7-4145-BC65-A50EE7AFDD04}" type="sibTrans" cxnId="{6793D3DC-4C73-6549-9D9B-E3266F0C4A5B}">
      <dgm:prSet/>
      <dgm:spPr/>
      <dgm:t>
        <a:bodyPr/>
        <a:lstStyle/>
        <a:p>
          <a:endParaRPr lang="en-GB"/>
        </a:p>
      </dgm:t>
    </dgm:pt>
    <dgm:pt modelId="{0A06CC37-FFEC-D145-AD79-5F9AB1C79A0D}">
      <dgm:prSet phldrT="[Text]"/>
      <dgm:spPr/>
      <dgm:t>
        <a:bodyPr/>
        <a:lstStyle/>
        <a:p>
          <a:r>
            <a:rPr lang="en-GB" dirty="0"/>
            <a:t> </a:t>
          </a:r>
        </a:p>
      </dgm:t>
    </dgm:pt>
    <dgm:pt modelId="{FA9393AD-9EA4-214B-9DB1-DC009A5BDF74}" type="parTrans" cxnId="{F52E6D99-7288-CA47-B45B-477DA9D6CB41}">
      <dgm:prSet/>
      <dgm:spPr/>
      <dgm:t>
        <a:bodyPr/>
        <a:lstStyle/>
        <a:p>
          <a:endParaRPr lang="en-GB"/>
        </a:p>
      </dgm:t>
    </dgm:pt>
    <dgm:pt modelId="{63609104-7615-BC46-B593-0D80B11E6A91}" type="sibTrans" cxnId="{F52E6D99-7288-CA47-B45B-477DA9D6CB41}">
      <dgm:prSet/>
      <dgm:spPr/>
      <dgm:t>
        <a:bodyPr/>
        <a:lstStyle/>
        <a:p>
          <a:endParaRPr lang="en-GB"/>
        </a:p>
      </dgm:t>
    </dgm:pt>
    <dgm:pt modelId="{8C55755F-5270-BF4A-9765-8281838CAA10}">
      <dgm:prSet phldrT="[Text]" custT="1"/>
      <dgm:spPr/>
      <dgm:t>
        <a:bodyPr/>
        <a:lstStyle/>
        <a:p>
          <a:pPr>
            <a:buNone/>
          </a:pPr>
          <a:r>
            <a:rPr lang="en-US" sz="1200" dirty="0">
              <a:solidFill>
                <a:srgbClr val="0F253A"/>
              </a:solidFill>
            </a:rPr>
            <a:t>Small affine transforms</a:t>
          </a:r>
          <a:endParaRPr lang="en-GB" sz="1200" dirty="0"/>
        </a:p>
      </dgm:t>
    </dgm:pt>
    <dgm:pt modelId="{EF97FE9D-6293-644D-9A5E-A6C2845AC815}" type="parTrans" cxnId="{2DF26E4C-0C42-B94B-B5F4-E0502470A958}">
      <dgm:prSet/>
      <dgm:spPr/>
      <dgm:t>
        <a:bodyPr/>
        <a:lstStyle/>
        <a:p>
          <a:endParaRPr lang="en-GB"/>
        </a:p>
      </dgm:t>
    </dgm:pt>
    <dgm:pt modelId="{5C9A1DE2-EE11-A646-8B4A-DACBBEDAEC20}" type="sibTrans" cxnId="{2DF26E4C-0C42-B94B-B5F4-E0502470A958}">
      <dgm:prSet/>
      <dgm:spPr/>
      <dgm:t>
        <a:bodyPr/>
        <a:lstStyle/>
        <a:p>
          <a:endParaRPr lang="en-GB"/>
        </a:p>
      </dgm:t>
    </dgm:pt>
    <dgm:pt modelId="{1B356064-EB5F-E248-A8F1-740170D00C0C}">
      <dgm:prSet phldrT="[Text]"/>
      <dgm:spPr/>
      <dgm:t>
        <a:bodyPr/>
        <a:lstStyle/>
        <a:p>
          <a:pPr>
            <a:buNone/>
          </a:pPr>
          <a:r>
            <a:rPr lang="en-US" dirty="0" err="1">
              <a:solidFill>
                <a:srgbClr val="0F253A"/>
              </a:solidFill>
            </a:rPr>
            <a:t>Colour</a:t>
          </a:r>
          <a:r>
            <a:rPr lang="en-US" dirty="0">
              <a:solidFill>
                <a:srgbClr val="0F253A"/>
              </a:solidFill>
            </a:rPr>
            <a:t> jitter (brightness/contrast)</a:t>
          </a:r>
          <a:endParaRPr lang="en-GB" dirty="0"/>
        </a:p>
      </dgm:t>
    </dgm:pt>
    <dgm:pt modelId="{F0D132A5-163D-C74F-AEA5-906EF8B9E992}" type="parTrans" cxnId="{1DE5599D-7AE8-924E-B9E1-E785C1EE8F22}">
      <dgm:prSet/>
      <dgm:spPr/>
      <dgm:t>
        <a:bodyPr/>
        <a:lstStyle/>
        <a:p>
          <a:endParaRPr lang="en-GB"/>
        </a:p>
      </dgm:t>
    </dgm:pt>
    <dgm:pt modelId="{BBAE9B89-571C-8E41-BC47-FC1DDBC483F7}" type="sibTrans" cxnId="{1DE5599D-7AE8-924E-B9E1-E785C1EE8F22}">
      <dgm:prSet/>
      <dgm:spPr/>
      <dgm:t>
        <a:bodyPr/>
        <a:lstStyle/>
        <a:p>
          <a:endParaRPr lang="en-GB"/>
        </a:p>
      </dgm:t>
    </dgm:pt>
    <dgm:pt modelId="{46E00C92-6E29-0642-9343-FA9F8DDF4523}">
      <dgm:prSet phldrT="[Text]"/>
      <dgm:spPr/>
      <dgm:t>
        <a:bodyPr/>
        <a:lstStyle/>
        <a:p>
          <a:endParaRPr lang="en-GB" dirty="0"/>
        </a:p>
      </dgm:t>
    </dgm:pt>
    <dgm:pt modelId="{23F73B8E-3F93-344C-888C-79E1EBFA68F1}" type="parTrans" cxnId="{E74289FF-E338-944C-A237-FCDCBF8C241F}">
      <dgm:prSet/>
      <dgm:spPr/>
      <dgm:t>
        <a:bodyPr/>
        <a:lstStyle/>
        <a:p>
          <a:endParaRPr lang="en-GB"/>
        </a:p>
      </dgm:t>
    </dgm:pt>
    <dgm:pt modelId="{19B10E1D-2627-874A-A82C-8D7E4F376BCD}" type="sibTrans" cxnId="{E74289FF-E338-944C-A237-FCDCBF8C241F}">
      <dgm:prSet/>
      <dgm:spPr/>
      <dgm:t>
        <a:bodyPr/>
        <a:lstStyle/>
        <a:p>
          <a:endParaRPr lang="en-GB"/>
        </a:p>
      </dgm:t>
    </dgm:pt>
    <dgm:pt modelId="{C96AB4FD-2F6D-034F-B8F7-AC38D26E42A8}" type="pres">
      <dgm:prSet presAssocID="{22919F8F-6AFC-F94E-96D6-D3A0B66A4BE4}" presName="Name0" presStyleCnt="0">
        <dgm:presLayoutVars>
          <dgm:chMax/>
          <dgm:chPref/>
          <dgm:dir/>
          <dgm:animLvl val="lvl"/>
        </dgm:presLayoutVars>
      </dgm:prSet>
      <dgm:spPr/>
    </dgm:pt>
    <dgm:pt modelId="{017A8179-BCCB-8E41-89C6-55A3D94ED3D7}" type="pres">
      <dgm:prSet presAssocID="{34E39095-4C99-0A4E-BC0D-9382F9B4D0B6}" presName="composite" presStyleCnt="0"/>
      <dgm:spPr/>
    </dgm:pt>
    <dgm:pt modelId="{76E41736-B917-8742-9D8A-916016F089FB}" type="pres">
      <dgm:prSet presAssocID="{34E39095-4C99-0A4E-BC0D-9382F9B4D0B6}" presName="Parent1" presStyleLbl="node1" presStyleIdx="0" presStyleCnt="8">
        <dgm:presLayoutVars>
          <dgm:chMax val="1"/>
          <dgm:chPref val="1"/>
          <dgm:bulletEnabled val="1"/>
        </dgm:presLayoutVars>
      </dgm:prSet>
      <dgm:spPr/>
    </dgm:pt>
    <dgm:pt modelId="{8A47FA97-12D2-B046-BC7A-021B100F5922}" type="pres">
      <dgm:prSet presAssocID="{34E39095-4C99-0A4E-BC0D-9382F9B4D0B6}" presName="Childtext1" presStyleLbl="revTx" presStyleIdx="0" presStyleCnt="4">
        <dgm:presLayoutVars>
          <dgm:chMax val="0"/>
          <dgm:chPref val="0"/>
          <dgm:bulletEnabled val="1"/>
        </dgm:presLayoutVars>
      </dgm:prSet>
      <dgm:spPr/>
    </dgm:pt>
    <dgm:pt modelId="{807A1B62-C128-1E4A-BE91-30566DF49889}" type="pres">
      <dgm:prSet presAssocID="{34E39095-4C99-0A4E-BC0D-9382F9B4D0B6}" presName="BalanceSpacing" presStyleCnt="0"/>
      <dgm:spPr/>
    </dgm:pt>
    <dgm:pt modelId="{433B2711-1048-494A-8696-36F57EF4AC5B}" type="pres">
      <dgm:prSet presAssocID="{34E39095-4C99-0A4E-BC0D-9382F9B4D0B6}" presName="BalanceSpacing1" presStyleCnt="0"/>
      <dgm:spPr/>
    </dgm:pt>
    <dgm:pt modelId="{8D798812-8A6D-BB46-8EF7-DE9B6BD2E567}" type="pres">
      <dgm:prSet presAssocID="{6003F01B-A34E-1F4D-AF5E-237727FB6B49}" presName="Accent1Text" presStyleLbl="node1" presStyleIdx="1" presStyleCnt="8"/>
      <dgm:spPr/>
    </dgm:pt>
    <dgm:pt modelId="{142C39AA-E11F-844C-A187-AE2D72A303AF}" type="pres">
      <dgm:prSet presAssocID="{6003F01B-A34E-1F4D-AF5E-237727FB6B49}" presName="spaceBetweenRectangles" presStyleCnt="0"/>
      <dgm:spPr/>
    </dgm:pt>
    <dgm:pt modelId="{94F6CE74-CC6A-1C48-8C37-613451D7344C}" type="pres">
      <dgm:prSet presAssocID="{A7E058B5-C6C2-0A4D-85BF-AB168DDA9990}" presName="composite" presStyleCnt="0"/>
      <dgm:spPr/>
    </dgm:pt>
    <dgm:pt modelId="{CC285BF4-689B-964C-9ADD-2473F091EE37}" type="pres">
      <dgm:prSet presAssocID="{A7E058B5-C6C2-0A4D-85BF-AB168DDA9990}" presName="Parent1" presStyleLbl="node1" presStyleIdx="2" presStyleCnt="8">
        <dgm:presLayoutVars>
          <dgm:chMax val="1"/>
          <dgm:chPref val="1"/>
          <dgm:bulletEnabled val="1"/>
        </dgm:presLayoutVars>
      </dgm:prSet>
      <dgm:spPr/>
    </dgm:pt>
    <dgm:pt modelId="{B06154F4-3AEC-7848-AD61-09CDB4C3EC98}" type="pres">
      <dgm:prSet presAssocID="{A7E058B5-C6C2-0A4D-85BF-AB168DDA9990}" presName="Childtext1" presStyleLbl="revTx" presStyleIdx="1" presStyleCnt="4">
        <dgm:presLayoutVars>
          <dgm:chMax val="0"/>
          <dgm:chPref val="0"/>
          <dgm:bulletEnabled val="1"/>
        </dgm:presLayoutVars>
      </dgm:prSet>
      <dgm:spPr/>
    </dgm:pt>
    <dgm:pt modelId="{4F5668E7-4426-6841-BEF6-270E27AA8ECE}" type="pres">
      <dgm:prSet presAssocID="{A7E058B5-C6C2-0A4D-85BF-AB168DDA9990}" presName="BalanceSpacing" presStyleCnt="0"/>
      <dgm:spPr/>
    </dgm:pt>
    <dgm:pt modelId="{AB18A0B1-9230-A949-85C3-7709BDE0D7E4}" type="pres">
      <dgm:prSet presAssocID="{A7E058B5-C6C2-0A4D-85BF-AB168DDA9990}" presName="BalanceSpacing1" presStyleCnt="0"/>
      <dgm:spPr/>
    </dgm:pt>
    <dgm:pt modelId="{FE0A4B95-4AFA-8E49-8207-BE289EDC7046}" type="pres">
      <dgm:prSet presAssocID="{D37F1002-D8B7-9F4C-AFF1-8A78BC702195}" presName="Accent1Text" presStyleLbl="node1" presStyleIdx="3" presStyleCnt="8"/>
      <dgm:spPr/>
    </dgm:pt>
    <dgm:pt modelId="{521539B9-5E4E-2946-B8C8-A3BDEB023132}" type="pres">
      <dgm:prSet presAssocID="{D37F1002-D8B7-9F4C-AFF1-8A78BC702195}" presName="spaceBetweenRectangles" presStyleCnt="0"/>
      <dgm:spPr/>
    </dgm:pt>
    <dgm:pt modelId="{C1B6B1E6-99D6-4A41-AABD-3B66873CCFAB}" type="pres">
      <dgm:prSet presAssocID="{0A06CC37-FFEC-D145-AD79-5F9AB1C79A0D}" presName="composite" presStyleCnt="0"/>
      <dgm:spPr/>
    </dgm:pt>
    <dgm:pt modelId="{302472BB-8BF2-714F-9420-C5701736BAB0}" type="pres">
      <dgm:prSet presAssocID="{0A06CC37-FFEC-D145-AD79-5F9AB1C79A0D}" presName="Parent1" presStyleLbl="node1" presStyleIdx="4" presStyleCnt="8">
        <dgm:presLayoutVars>
          <dgm:chMax val="1"/>
          <dgm:chPref val="1"/>
          <dgm:bulletEnabled val="1"/>
        </dgm:presLayoutVars>
      </dgm:prSet>
      <dgm:spPr/>
    </dgm:pt>
    <dgm:pt modelId="{C219FEFB-9BDC-EE48-84F9-07B288CBC3E6}" type="pres">
      <dgm:prSet presAssocID="{0A06CC37-FFEC-D145-AD79-5F9AB1C79A0D}" presName="Childtext1" presStyleLbl="revTx" presStyleIdx="2" presStyleCnt="4">
        <dgm:presLayoutVars>
          <dgm:chMax val="0"/>
          <dgm:chPref val="0"/>
          <dgm:bulletEnabled val="1"/>
        </dgm:presLayoutVars>
      </dgm:prSet>
      <dgm:spPr/>
    </dgm:pt>
    <dgm:pt modelId="{D3FEA17E-822A-F840-8A0A-81D7089723BE}" type="pres">
      <dgm:prSet presAssocID="{0A06CC37-FFEC-D145-AD79-5F9AB1C79A0D}" presName="BalanceSpacing" presStyleCnt="0"/>
      <dgm:spPr/>
    </dgm:pt>
    <dgm:pt modelId="{CFE1B931-80E3-6043-BF53-13C58FE50F30}" type="pres">
      <dgm:prSet presAssocID="{0A06CC37-FFEC-D145-AD79-5F9AB1C79A0D}" presName="BalanceSpacing1" presStyleCnt="0"/>
      <dgm:spPr/>
    </dgm:pt>
    <dgm:pt modelId="{47707B12-68E2-4241-B937-57CA92A5DE8F}" type="pres">
      <dgm:prSet presAssocID="{63609104-7615-BC46-B593-0D80B11E6A91}" presName="Accent1Text" presStyleLbl="node1" presStyleIdx="5" presStyleCnt="8"/>
      <dgm:spPr/>
    </dgm:pt>
    <dgm:pt modelId="{4B4489F4-B2E6-4442-AF4C-8BC86A49FFF6}" type="pres">
      <dgm:prSet presAssocID="{63609104-7615-BC46-B593-0D80B11E6A91}" presName="spaceBetweenRectangles" presStyleCnt="0"/>
      <dgm:spPr/>
    </dgm:pt>
    <dgm:pt modelId="{2550E17E-28FB-2441-83F6-1D982E60BBEF}" type="pres">
      <dgm:prSet presAssocID="{46E00C92-6E29-0642-9343-FA9F8DDF4523}" presName="composite" presStyleCnt="0"/>
      <dgm:spPr/>
    </dgm:pt>
    <dgm:pt modelId="{BBE53057-C2D2-EC4C-A328-680667C0702E}" type="pres">
      <dgm:prSet presAssocID="{46E00C92-6E29-0642-9343-FA9F8DDF4523}" presName="Parent1" presStyleLbl="node1" presStyleIdx="6" presStyleCnt="8">
        <dgm:presLayoutVars>
          <dgm:chMax val="1"/>
          <dgm:chPref val="1"/>
          <dgm:bulletEnabled val="1"/>
        </dgm:presLayoutVars>
      </dgm:prSet>
      <dgm:spPr/>
    </dgm:pt>
    <dgm:pt modelId="{76D48A02-6337-344F-8965-373872823FAD}" type="pres">
      <dgm:prSet presAssocID="{46E00C92-6E29-0642-9343-FA9F8DDF4523}" presName="Childtext1" presStyleLbl="revTx" presStyleIdx="3" presStyleCnt="4">
        <dgm:presLayoutVars>
          <dgm:chMax val="0"/>
          <dgm:chPref val="0"/>
          <dgm:bulletEnabled val="1"/>
        </dgm:presLayoutVars>
      </dgm:prSet>
      <dgm:spPr/>
    </dgm:pt>
    <dgm:pt modelId="{E63F7E7A-5B2F-834D-BA0B-33838C5C7E35}" type="pres">
      <dgm:prSet presAssocID="{46E00C92-6E29-0642-9343-FA9F8DDF4523}" presName="BalanceSpacing" presStyleCnt="0"/>
      <dgm:spPr/>
    </dgm:pt>
    <dgm:pt modelId="{DF32D301-AD80-3F4D-978E-E76312AACC1B}" type="pres">
      <dgm:prSet presAssocID="{46E00C92-6E29-0642-9343-FA9F8DDF4523}" presName="BalanceSpacing1" presStyleCnt="0"/>
      <dgm:spPr/>
    </dgm:pt>
    <dgm:pt modelId="{AD4CBEBC-1E8A-464C-95CE-3D2446C5BD51}" type="pres">
      <dgm:prSet presAssocID="{19B10E1D-2627-874A-A82C-8D7E4F376BCD}" presName="Accent1Text" presStyleLbl="node1" presStyleIdx="7" presStyleCnt="8"/>
      <dgm:spPr/>
    </dgm:pt>
  </dgm:ptLst>
  <dgm:cxnLst>
    <dgm:cxn modelId="{49B61105-36FE-5140-BE88-E75F1F061AAC}" type="presOf" srcId="{8C55755F-5270-BF4A-9765-8281838CAA10}" destId="{C219FEFB-9BDC-EE48-84F9-07B288CBC3E6}" srcOrd="0" destOrd="0" presId="urn:microsoft.com/office/officeart/2008/layout/AlternatingHexagons"/>
    <dgm:cxn modelId="{7B501F06-E21B-3548-862D-8835E54575CD}" type="presOf" srcId="{34E39095-4C99-0A4E-BC0D-9382F9B4D0B6}" destId="{76E41736-B917-8742-9D8A-916016F089FB}" srcOrd="0" destOrd="0" presId="urn:microsoft.com/office/officeart/2008/layout/AlternatingHexagons"/>
    <dgm:cxn modelId="{7E8B360D-6595-1243-A6EC-DA7D0151C25F}" srcId="{34E39095-4C99-0A4E-BC0D-9382F9B4D0B6}" destId="{A4E126FD-56CC-384A-AE5D-FEB7B82E6F3E}" srcOrd="0" destOrd="0" parTransId="{C9A50354-3FD6-C342-ACF5-31D9D560ECDA}" sibTransId="{2AAE41E5-985C-5F45-A599-889B6C654786}"/>
    <dgm:cxn modelId="{1463A417-A72A-A541-AE6E-99D64A931CDA}" srcId="{22919F8F-6AFC-F94E-96D6-D3A0B66A4BE4}" destId="{A7E058B5-C6C2-0A4D-85BF-AB168DDA9990}" srcOrd="1" destOrd="0" parTransId="{8FDFC1BD-724D-8242-94DD-F0DD3406BC4E}" sibTransId="{D37F1002-D8B7-9F4C-AFF1-8A78BC702195}"/>
    <dgm:cxn modelId="{F8BAFF2A-BBA0-714C-B245-6818E88C0911}" type="presOf" srcId="{6003F01B-A34E-1F4D-AF5E-237727FB6B49}" destId="{8D798812-8A6D-BB46-8EF7-DE9B6BD2E567}" srcOrd="0" destOrd="0" presId="urn:microsoft.com/office/officeart/2008/layout/AlternatingHexagons"/>
    <dgm:cxn modelId="{38E1932D-D009-2049-A715-96D93A7DA3EE}" type="presOf" srcId="{0A06CC37-FFEC-D145-AD79-5F9AB1C79A0D}" destId="{302472BB-8BF2-714F-9420-C5701736BAB0}" srcOrd="0" destOrd="0" presId="urn:microsoft.com/office/officeart/2008/layout/AlternatingHexagons"/>
    <dgm:cxn modelId="{879CA334-52F8-CA47-839A-C0A16F3FCF93}" srcId="{22919F8F-6AFC-F94E-96D6-D3A0B66A4BE4}" destId="{34E39095-4C99-0A4E-BC0D-9382F9B4D0B6}" srcOrd="0" destOrd="0" parTransId="{AE0AA19C-992C-0948-9141-718CB76525AC}" sibTransId="{6003F01B-A34E-1F4D-AF5E-237727FB6B49}"/>
    <dgm:cxn modelId="{2DF26E4C-0C42-B94B-B5F4-E0502470A958}" srcId="{0A06CC37-FFEC-D145-AD79-5F9AB1C79A0D}" destId="{8C55755F-5270-BF4A-9765-8281838CAA10}" srcOrd="0" destOrd="0" parTransId="{EF97FE9D-6293-644D-9A5E-A6C2845AC815}" sibTransId="{5C9A1DE2-EE11-A646-8B4A-DACBBEDAEC20}"/>
    <dgm:cxn modelId="{CF64DF4F-05F0-4D46-B4D3-8E047091435E}" type="presOf" srcId="{D37F1002-D8B7-9F4C-AFF1-8A78BC702195}" destId="{FE0A4B95-4AFA-8E49-8207-BE289EDC7046}" srcOrd="0" destOrd="0" presId="urn:microsoft.com/office/officeart/2008/layout/AlternatingHexagons"/>
    <dgm:cxn modelId="{F30ED258-6BA7-7540-8D43-D5B9C8841AA3}" type="presOf" srcId="{22919F8F-6AFC-F94E-96D6-D3A0B66A4BE4}" destId="{C96AB4FD-2F6D-034F-B8F7-AC38D26E42A8}" srcOrd="0" destOrd="0" presId="urn:microsoft.com/office/officeart/2008/layout/AlternatingHexagons"/>
    <dgm:cxn modelId="{F5691F5F-9A43-DE4B-B3C5-7701075C43DF}" type="presOf" srcId="{A7E058B5-C6C2-0A4D-85BF-AB168DDA9990}" destId="{CC285BF4-689B-964C-9ADD-2473F091EE37}" srcOrd="0" destOrd="0" presId="urn:microsoft.com/office/officeart/2008/layout/AlternatingHexagons"/>
    <dgm:cxn modelId="{C9A03C70-0289-4A4A-B1AB-ED6FEF3306D6}" type="presOf" srcId="{46E00C92-6E29-0642-9343-FA9F8DDF4523}" destId="{BBE53057-C2D2-EC4C-A328-680667C0702E}" srcOrd="0" destOrd="0" presId="urn:microsoft.com/office/officeart/2008/layout/AlternatingHexagons"/>
    <dgm:cxn modelId="{F52E6D99-7288-CA47-B45B-477DA9D6CB41}" srcId="{22919F8F-6AFC-F94E-96D6-D3A0B66A4BE4}" destId="{0A06CC37-FFEC-D145-AD79-5F9AB1C79A0D}" srcOrd="2" destOrd="0" parTransId="{FA9393AD-9EA4-214B-9DB1-DC009A5BDF74}" sibTransId="{63609104-7615-BC46-B593-0D80B11E6A91}"/>
    <dgm:cxn modelId="{39403B9C-44A1-A042-B354-C452DBBAD5D5}" type="presOf" srcId="{19B10E1D-2627-874A-A82C-8D7E4F376BCD}" destId="{AD4CBEBC-1E8A-464C-95CE-3D2446C5BD51}" srcOrd="0" destOrd="0" presId="urn:microsoft.com/office/officeart/2008/layout/AlternatingHexagons"/>
    <dgm:cxn modelId="{1DE5599D-7AE8-924E-B9E1-E785C1EE8F22}" srcId="{46E00C92-6E29-0642-9343-FA9F8DDF4523}" destId="{1B356064-EB5F-E248-A8F1-740170D00C0C}" srcOrd="0" destOrd="0" parTransId="{F0D132A5-163D-C74F-AEA5-906EF8B9E992}" sibTransId="{BBAE9B89-571C-8E41-BC47-FC1DDBC483F7}"/>
    <dgm:cxn modelId="{6793D3DC-4C73-6549-9D9B-E3266F0C4A5B}" srcId="{A7E058B5-C6C2-0A4D-85BF-AB168DDA9990}" destId="{2A7B1775-1579-B04F-80DC-0507531313C6}" srcOrd="0" destOrd="0" parTransId="{321813D6-1CD1-FE40-9402-626FA0FD52AF}" sibTransId="{8F727B33-08F7-4145-BC65-A50EE7AFDD04}"/>
    <dgm:cxn modelId="{6030C8E5-6D39-E04F-AA46-6850D245356E}" type="presOf" srcId="{2A7B1775-1579-B04F-80DC-0507531313C6}" destId="{B06154F4-3AEC-7848-AD61-09CDB4C3EC98}" srcOrd="0" destOrd="0" presId="urn:microsoft.com/office/officeart/2008/layout/AlternatingHexagons"/>
    <dgm:cxn modelId="{6A3084EA-D9B5-9A4C-91AC-642C39A69095}" type="presOf" srcId="{63609104-7615-BC46-B593-0D80B11E6A91}" destId="{47707B12-68E2-4241-B937-57CA92A5DE8F}" srcOrd="0" destOrd="0" presId="urn:microsoft.com/office/officeart/2008/layout/AlternatingHexagons"/>
    <dgm:cxn modelId="{FB656DF6-4118-1F40-9098-8626FD5917C9}" type="presOf" srcId="{1B356064-EB5F-E248-A8F1-740170D00C0C}" destId="{76D48A02-6337-344F-8965-373872823FAD}" srcOrd="0" destOrd="0" presId="urn:microsoft.com/office/officeart/2008/layout/AlternatingHexagons"/>
    <dgm:cxn modelId="{6B95E5F8-F4D3-C74A-9F6C-1D116B27B959}" type="presOf" srcId="{A4E126FD-56CC-384A-AE5D-FEB7B82E6F3E}" destId="{8A47FA97-12D2-B046-BC7A-021B100F5922}" srcOrd="0" destOrd="0" presId="urn:microsoft.com/office/officeart/2008/layout/AlternatingHexagons"/>
    <dgm:cxn modelId="{E74289FF-E338-944C-A237-FCDCBF8C241F}" srcId="{22919F8F-6AFC-F94E-96D6-D3A0B66A4BE4}" destId="{46E00C92-6E29-0642-9343-FA9F8DDF4523}" srcOrd="3" destOrd="0" parTransId="{23F73B8E-3F93-344C-888C-79E1EBFA68F1}" sibTransId="{19B10E1D-2627-874A-A82C-8D7E4F376BCD}"/>
    <dgm:cxn modelId="{1C74299A-413F-EF41-9840-8787E8F0C644}" type="presParOf" srcId="{C96AB4FD-2F6D-034F-B8F7-AC38D26E42A8}" destId="{017A8179-BCCB-8E41-89C6-55A3D94ED3D7}" srcOrd="0" destOrd="0" presId="urn:microsoft.com/office/officeart/2008/layout/AlternatingHexagons"/>
    <dgm:cxn modelId="{4C2D3D57-04BE-3840-9481-ACF2C8530566}" type="presParOf" srcId="{017A8179-BCCB-8E41-89C6-55A3D94ED3D7}" destId="{76E41736-B917-8742-9D8A-916016F089FB}" srcOrd="0" destOrd="0" presId="urn:microsoft.com/office/officeart/2008/layout/AlternatingHexagons"/>
    <dgm:cxn modelId="{C70E4E5F-A5B7-C24F-88F3-1024FA5B2FD6}" type="presParOf" srcId="{017A8179-BCCB-8E41-89C6-55A3D94ED3D7}" destId="{8A47FA97-12D2-B046-BC7A-021B100F5922}" srcOrd="1" destOrd="0" presId="urn:microsoft.com/office/officeart/2008/layout/AlternatingHexagons"/>
    <dgm:cxn modelId="{3B3A9F43-8276-DD45-BBC9-D124F773BB8E}" type="presParOf" srcId="{017A8179-BCCB-8E41-89C6-55A3D94ED3D7}" destId="{807A1B62-C128-1E4A-BE91-30566DF49889}" srcOrd="2" destOrd="0" presId="urn:microsoft.com/office/officeart/2008/layout/AlternatingHexagons"/>
    <dgm:cxn modelId="{7C76B9D7-F0D1-EC46-8AD0-E659BB9E16B5}" type="presParOf" srcId="{017A8179-BCCB-8E41-89C6-55A3D94ED3D7}" destId="{433B2711-1048-494A-8696-36F57EF4AC5B}" srcOrd="3" destOrd="0" presId="urn:microsoft.com/office/officeart/2008/layout/AlternatingHexagons"/>
    <dgm:cxn modelId="{63A3F756-163E-244C-BA52-AADC8A3F2AB8}" type="presParOf" srcId="{017A8179-BCCB-8E41-89C6-55A3D94ED3D7}" destId="{8D798812-8A6D-BB46-8EF7-DE9B6BD2E567}" srcOrd="4" destOrd="0" presId="urn:microsoft.com/office/officeart/2008/layout/AlternatingHexagons"/>
    <dgm:cxn modelId="{1ABC7A1F-F24F-CE4B-86BF-EE2D62C6A306}" type="presParOf" srcId="{C96AB4FD-2F6D-034F-B8F7-AC38D26E42A8}" destId="{142C39AA-E11F-844C-A187-AE2D72A303AF}" srcOrd="1" destOrd="0" presId="urn:microsoft.com/office/officeart/2008/layout/AlternatingHexagons"/>
    <dgm:cxn modelId="{6A8592BC-0B95-5246-8539-F87E87DDCA5C}" type="presParOf" srcId="{C96AB4FD-2F6D-034F-B8F7-AC38D26E42A8}" destId="{94F6CE74-CC6A-1C48-8C37-613451D7344C}" srcOrd="2" destOrd="0" presId="urn:microsoft.com/office/officeart/2008/layout/AlternatingHexagons"/>
    <dgm:cxn modelId="{343D4F1F-6732-C44C-9D8E-04467383EC7D}" type="presParOf" srcId="{94F6CE74-CC6A-1C48-8C37-613451D7344C}" destId="{CC285BF4-689B-964C-9ADD-2473F091EE37}" srcOrd="0" destOrd="0" presId="urn:microsoft.com/office/officeart/2008/layout/AlternatingHexagons"/>
    <dgm:cxn modelId="{6ED9F6E6-BE57-7B41-B131-4673065A58D3}" type="presParOf" srcId="{94F6CE74-CC6A-1C48-8C37-613451D7344C}" destId="{B06154F4-3AEC-7848-AD61-09CDB4C3EC98}" srcOrd="1" destOrd="0" presId="urn:microsoft.com/office/officeart/2008/layout/AlternatingHexagons"/>
    <dgm:cxn modelId="{CC9A03A7-B6C7-E44E-9137-F1203CD3C19F}" type="presParOf" srcId="{94F6CE74-CC6A-1C48-8C37-613451D7344C}" destId="{4F5668E7-4426-6841-BEF6-270E27AA8ECE}" srcOrd="2" destOrd="0" presId="urn:microsoft.com/office/officeart/2008/layout/AlternatingHexagons"/>
    <dgm:cxn modelId="{FD5D7652-F416-7F46-AFE9-E3567B1A4DBE}" type="presParOf" srcId="{94F6CE74-CC6A-1C48-8C37-613451D7344C}" destId="{AB18A0B1-9230-A949-85C3-7709BDE0D7E4}" srcOrd="3" destOrd="0" presId="urn:microsoft.com/office/officeart/2008/layout/AlternatingHexagons"/>
    <dgm:cxn modelId="{FEC55D80-DF15-2C4E-966F-31356E27B85A}" type="presParOf" srcId="{94F6CE74-CC6A-1C48-8C37-613451D7344C}" destId="{FE0A4B95-4AFA-8E49-8207-BE289EDC7046}" srcOrd="4" destOrd="0" presId="urn:microsoft.com/office/officeart/2008/layout/AlternatingHexagons"/>
    <dgm:cxn modelId="{9D830D9B-4587-4A40-9EDD-A11C99285435}" type="presParOf" srcId="{C96AB4FD-2F6D-034F-B8F7-AC38D26E42A8}" destId="{521539B9-5E4E-2946-B8C8-A3BDEB023132}" srcOrd="3" destOrd="0" presId="urn:microsoft.com/office/officeart/2008/layout/AlternatingHexagons"/>
    <dgm:cxn modelId="{A63A72DA-F486-0B4F-8A6C-3F2CE98FEBDC}" type="presParOf" srcId="{C96AB4FD-2F6D-034F-B8F7-AC38D26E42A8}" destId="{C1B6B1E6-99D6-4A41-AABD-3B66873CCFAB}" srcOrd="4" destOrd="0" presId="urn:microsoft.com/office/officeart/2008/layout/AlternatingHexagons"/>
    <dgm:cxn modelId="{C6AC8154-2442-B84C-943A-666FAD342A84}" type="presParOf" srcId="{C1B6B1E6-99D6-4A41-AABD-3B66873CCFAB}" destId="{302472BB-8BF2-714F-9420-C5701736BAB0}" srcOrd="0" destOrd="0" presId="urn:microsoft.com/office/officeart/2008/layout/AlternatingHexagons"/>
    <dgm:cxn modelId="{4C8EA91D-705B-4C4B-AA29-D9B6E1A99024}" type="presParOf" srcId="{C1B6B1E6-99D6-4A41-AABD-3B66873CCFAB}" destId="{C219FEFB-9BDC-EE48-84F9-07B288CBC3E6}" srcOrd="1" destOrd="0" presId="urn:microsoft.com/office/officeart/2008/layout/AlternatingHexagons"/>
    <dgm:cxn modelId="{55516B36-A110-794B-B833-6A9D750AE001}" type="presParOf" srcId="{C1B6B1E6-99D6-4A41-AABD-3B66873CCFAB}" destId="{D3FEA17E-822A-F840-8A0A-81D7089723BE}" srcOrd="2" destOrd="0" presId="urn:microsoft.com/office/officeart/2008/layout/AlternatingHexagons"/>
    <dgm:cxn modelId="{487D7FF5-1022-8440-8FB4-D0071E31FB54}" type="presParOf" srcId="{C1B6B1E6-99D6-4A41-AABD-3B66873CCFAB}" destId="{CFE1B931-80E3-6043-BF53-13C58FE50F30}" srcOrd="3" destOrd="0" presId="urn:microsoft.com/office/officeart/2008/layout/AlternatingHexagons"/>
    <dgm:cxn modelId="{508744CD-456F-0C40-9242-03D619844E49}" type="presParOf" srcId="{C1B6B1E6-99D6-4A41-AABD-3B66873CCFAB}" destId="{47707B12-68E2-4241-B937-57CA92A5DE8F}" srcOrd="4" destOrd="0" presId="urn:microsoft.com/office/officeart/2008/layout/AlternatingHexagons"/>
    <dgm:cxn modelId="{E8C771D2-1F8A-1446-93C5-2132866246C1}" type="presParOf" srcId="{C96AB4FD-2F6D-034F-B8F7-AC38D26E42A8}" destId="{4B4489F4-B2E6-4442-AF4C-8BC86A49FFF6}" srcOrd="5" destOrd="0" presId="urn:microsoft.com/office/officeart/2008/layout/AlternatingHexagons"/>
    <dgm:cxn modelId="{E66E6C75-9C56-6F46-BB23-CFF7D11AEA17}" type="presParOf" srcId="{C96AB4FD-2F6D-034F-B8F7-AC38D26E42A8}" destId="{2550E17E-28FB-2441-83F6-1D982E60BBEF}" srcOrd="6" destOrd="0" presId="urn:microsoft.com/office/officeart/2008/layout/AlternatingHexagons"/>
    <dgm:cxn modelId="{8053EF74-10CE-6F4E-B63A-15EB64D7B814}" type="presParOf" srcId="{2550E17E-28FB-2441-83F6-1D982E60BBEF}" destId="{BBE53057-C2D2-EC4C-A328-680667C0702E}" srcOrd="0" destOrd="0" presId="urn:microsoft.com/office/officeart/2008/layout/AlternatingHexagons"/>
    <dgm:cxn modelId="{F113A9E0-DF4C-1F44-8689-2F33B88CADA8}" type="presParOf" srcId="{2550E17E-28FB-2441-83F6-1D982E60BBEF}" destId="{76D48A02-6337-344F-8965-373872823FAD}" srcOrd="1" destOrd="0" presId="urn:microsoft.com/office/officeart/2008/layout/AlternatingHexagons"/>
    <dgm:cxn modelId="{27AC75CF-6709-EF47-BD28-E6EB5ADBECA4}" type="presParOf" srcId="{2550E17E-28FB-2441-83F6-1D982E60BBEF}" destId="{E63F7E7A-5B2F-834D-BA0B-33838C5C7E35}" srcOrd="2" destOrd="0" presId="urn:microsoft.com/office/officeart/2008/layout/AlternatingHexagons"/>
    <dgm:cxn modelId="{3694A44A-E07C-DF47-84E9-1EC602C81562}" type="presParOf" srcId="{2550E17E-28FB-2441-83F6-1D982E60BBEF}" destId="{DF32D301-AD80-3F4D-978E-E76312AACC1B}" srcOrd="3" destOrd="0" presId="urn:microsoft.com/office/officeart/2008/layout/AlternatingHexagons"/>
    <dgm:cxn modelId="{7C68B72F-8389-094C-8B49-67C8F6553D26}" type="presParOf" srcId="{2550E17E-28FB-2441-83F6-1D982E60BBEF}" destId="{AD4CBEBC-1E8A-464C-95CE-3D2446C5BD51}" srcOrd="4" destOrd="0" presId="urn:microsoft.com/office/officeart/2008/layout/AlternatingHexagons"/>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76E41736-B917-8742-9D8A-916016F089FB}">
      <dsp:nvSpPr>
        <dsp:cNvPr id="0" name=""/>
        <dsp:cNvSpPr/>
      </dsp:nvSpPr>
      <dsp:spPr>
        <a:xfrm rot="5400000">
          <a:off x="2148360" y="66853"/>
          <a:ext cx="1010646" cy="879262"/>
        </a:xfrm>
        <a:prstGeom prst="hexagon">
          <a:avLst>
            <a:gd name="adj" fmla="val 25000"/>
            <a:gd name="vf" fmla="val 115470"/>
          </a:avLst>
        </a:prstGeom>
        <a:solidFill>
          <a:schemeClr val="accent5">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21920" tIns="121920" rIns="121920" bIns="121920" numCol="1" spcCol="1270" anchor="ctr" anchorCtr="0">
          <a:noAutofit/>
        </a:bodyPr>
        <a:lstStyle/>
        <a:p>
          <a:pPr marL="0" lvl="0" indent="0" algn="ctr" defTabSz="1422400">
            <a:lnSpc>
              <a:spcPct val="90000"/>
            </a:lnSpc>
            <a:spcBef>
              <a:spcPct val="0"/>
            </a:spcBef>
            <a:spcAft>
              <a:spcPct val="35000"/>
            </a:spcAft>
            <a:buNone/>
          </a:pPr>
          <a:r>
            <a:rPr lang="en-GB" sz="3200" kern="1200" dirty="0"/>
            <a:t> </a:t>
          </a:r>
        </a:p>
      </dsp:txBody>
      <dsp:txXfrm rot="-5400000">
        <a:off x="2351070" y="158653"/>
        <a:ext cx="605226" cy="695662"/>
      </dsp:txXfrm>
    </dsp:sp>
    <dsp:sp modelId="{8A47FA97-12D2-B046-BC7A-021B100F5922}">
      <dsp:nvSpPr>
        <dsp:cNvPr id="0" name=""/>
        <dsp:cNvSpPr/>
      </dsp:nvSpPr>
      <dsp:spPr>
        <a:xfrm>
          <a:off x="3119995" y="203291"/>
          <a:ext cx="1127881" cy="606387"/>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45720" tIns="45720" rIns="45720" bIns="45720" numCol="1" spcCol="1270" anchor="ctr" anchorCtr="0">
          <a:noAutofit/>
        </a:bodyPr>
        <a:lstStyle/>
        <a:p>
          <a:pPr marL="0" lvl="0" indent="0" algn="l" defTabSz="533400">
            <a:lnSpc>
              <a:spcPct val="90000"/>
            </a:lnSpc>
            <a:spcBef>
              <a:spcPct val="0"/>
            </a:spcBef>
            <a:spcAft>
              <a:spcPct val="35000"/>
            </a:spcAft>
            <a:buNone/>
          </a:pPr>
          <a:r>
            <a:rPr lang="en-GB" sz="1200" kern="1200" dirty="0"/>
            <a:t>Random Rotation</a:t>
          </a:r>
        </a:p>
      </dsp:txBody>
      <dsp:txXfrm>
        <a:off x="3119995" y="203291"/>
        <a:ext cx="1127881" cy="606387"/>
      </dsp:txXfrm>
    </dsp:sp>
    <dsp:sp modelId="{8D798812-8A6D-BB46-8EF7-DE9B6BD2E567}">
      <dsp:nvSpPr>
        <dsp:cNvPr id="0" name=""/>
        <dsp:cNvSpPr/>
      </dsp:nvSpPr>
      <dsp:spPr>
        <a:xfrm rot="5400000">
          <a:off x="1198756" y="66853"/>
          <a:ext cx="1010646" cy="879262"/>
        </a:xfrm>
        <a:prstGeom prst="hexagon">
          <a:avLst>
            <a:gd name="adj" fmla="val 25000"/>
            <a:gd name="vf" fmla="val 115470"/>
          </a:avLst>
        </a:prstGeom>
        <a:solidFill>
          <a:schemeClr val="accent5">
            <a:hueOff val="-965506"/>
            <a:satOff val="-2488"/>
            <a:lumOff val="-1681"/>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1600200">
            <a:lnSpc>
              <a:spcPct val="90000"/>
            </a:lnSpc>
            <a:spcBef>
              <a:spcPct val="0"/>
            </a:spcBef>
            <a:spcAft>
              <a:spcPct val="35000"/>
            </a:spcAft>
            <a:buNone/>
          </a:pPr>
          <a:endParaRPr lang="en-GB" sz="3600" kern="1200"/>
        </a:p>
      </dsp:txBody>
      <dsp:txXfrm rot="-5400000">
        <a:off x="1401466" y="158653"/>
        <a:ext cx="605226" cy="695662"/>
      </dsp:txXfrm>
    </dsp:sp>
    <dsp:sp modelId="{CC285BF4-689B-964C-9ADD-2473F091EE37}">
      <dsp:nvSpPr>
        <dsp:cNvPr id="0" name=""/>
        <dsp:cNvSpPr/>
      </dsp:nvSpPr>
      <dsp:spPr>
        <a:xfrm rot="5400000">
          <a:off x="1671739" y="924690"/>
          <a:ext cx="1010646" cy="879262"/>
        </a:xfrm>
        <a:prstGeom prst="hexagon">
          <a:avLst>
            <a:gd name="adj" fmla="val 25000"/>
            <a:gd name="vf" fmla="val 115470"/>
          </a:avLst>
        </a:prstGeom>
        <a:solidFill>
          <a:schemeClr val="accent5">
            <a:hueOff val="-1931012"/>
            <a:satOff val="-4977"/>
            <a:lumOff val="-3361"/>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21920" tIns="121920" rIns="121920" bIns="121920" numCol="1" spcCol="1270" anchor="ctr" anchorCtr="0">
          <a:noAutofit/>
        </a:bodyPr>
        <a:lstStyle/>
        <a:p>
          <a:pPr marL="0" lvl="0" indent="0" algn="ctr" defTabSz="1422400">
            <a:lnSpc>
              <a:spcPct val="90000"/>
            </a:lnSpc>
            <a:spcBef>
              <a:spcPct val="0"/>
            </a:spcBef>
            <a:spcAft>
              <a:spcPct val="35000"/>
            </a:spcAft>
            <a:buNone/>
          </a:pPr>
          <a:r>
            <a:rPr lang="en-GB" sz="3200" kern="1200" dirty="0"/>
            <a:t> </a:t>
          </a:r>
        </a:p>
      </dsp:txBody>
      <dsp:txXfrm rot="-5400000">
        <a:off x="1874449" y="1016490"/>
        <a:ext cx="605226" cy="695662"/>
      </dsp:txXfrm>
    </dsp:sp>
    <dsp:sp modelId="{B06154F4-3AEC-7848-AD61-09CDB4C3EC98}">
      <dsp:nvSpPr>
        <dsp:cNvPr id="0" name=""/>
        <dsp:cNvSpPr/>
      </dsp:nvSpPr>
      <dsp:spPr>
        <a:xfrm>
          <a:off x="609550" y="1061127"/>
          <a:ext cx="1091498" cy="606387"/>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45720" tIns="45720" rIns="45720" bIns="45720" numCol="1" spcCol="1270" anchor="ctr" anchorCtr="0">
          <a:noAutofit/>
        </a:bodyPr>
        <a:lstStyle/>
        <a:p>
          <a:pPr marL="0" lvl="0" indent="0" algn="r" defTabSz="533400">
            <a:lnSpc>
              <a:spcPct val="90000"/>
            </a:lnSpc>
            <a:spcBef>
              <a:spcPct val="0"/>
            </a:spcBef>
            <a:spcAft>
              <a:spcPct val="35000"/>
            </a:spcAft>
            <a:buNone/>
          </a:pPr>
          <a:r>
            <a:rPr lang="en-GB" sz="1200" kern="1200" dirty="0"/>
            <a:t>Horizontal Flip</a:t>
          </a:r>
        </a:p>
      </dsp:txBody>
      <dsp:txXfrm>
        <a:off x="609550" y="1061127"/>
        <a:ext cx="1091498" cy="606387"/>
      </dsp:txXfrm>
    </dsp:sp>
    <dsp:sp modelId="{FE0A4B95-4AFA-8E49-8207-BE289EDC7046}">
      <dsp:nvSpPr>
        <dsp:cNvPr id="0" name=""/>
        <dsp:cNvSpPr/>
      </dsp:nvSpPr>
      <dsp:spPr>
        <a:xfrm rot="5400000">
          <a:off x="2621342" y="924690"/>
          <a:ext cx="1010646" cy="879262"/>
        </a:xfrm>
        <a:prstGeom prst="hexagon">
          <a:avLst>
            <a:gd name="adj" fmla="val 25000"/>
            <a:gd name="vf" fmla="val 115470"/>
          </a:avLst>
        </a:prstGeom>
        <a:solidFill>
          <a:schemeClr val="accent5">
            <a:hueOff val="-2896518"/>
            <a:satOff val="-7465"/>
            <a:lumOff val="-5042"/>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1600200">
            <a:lnSpc>
              <a:spcPct val="90000"/>
            </a:lnSpc>
            <a:spcBef>
              <a:spcPct val="0"/>
            </a:spcBef>
            <a:spcAft>
              <a:spcPct val="35000"/>
            </a:spcAft>
            <a:buNone/>
          </a:pPr>
          <a:endParaRPr lang="en-GB" sz="3600" kern="1200"/>
        </a:p>
      </dsp:txBody>
      <dsp:txXfrm rot="-5400000">
        <a:off x="2824052" y="1016490"/>
        <a:ext cx="605226" cy="695662"/>
      </dsp:txXfrm>
    </dsp:sp>
    <dsp:sp modelId="{302472BB-8BF2-714F-9420-C5701736BAB0}">
      <dsp:nvSpPr>
        <dsp:cNvPr id="0" name=""/>
        <dsp:cNvSpPr/>
      </dsp:nvSpPr>
      <dsp:spPr>
        <a:xfrm rot="5400000">
          <a:off x="2148360" y="1782527"/>
          <a:ext cx="1010646" cy="879262"/>
        </a:xfrm>
        <a:prstGeom prst="hexagon">
          <a:avLst>
            <a:gd name="adj" fmla="val 25000"/>
            <a:gd name="vf" fmla="val 115470"/>
          </a:avLst>
        </a:prstGeom>
        <a:solidFill>
          <a:schemeClr val="accent5">
            <a:hueOff val="-3862025"/>
            <a:satOff val="-9954"/>
            <a:lumOff val="-6723"/>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21920" tIns="121920" rIns="121920" bIns="121920" numCol="1" spcCol="1270" anchor="ctr" anchorCtr="0">
          <a:noAutofit/>
        </a:bodyPr>
        <a:lstStyle/>
        <a:p>
          <a:pPr marL="0" lvl="0" indent="0" algn="ctr" defTabSz="1422400">
            <a:lnSpc>
              <a:spcPct val="90000"/>
            </a:lnSpc>
            <a:spcBef>
              <a:spcPct val="0"/>
            </a:spcBef>
            <a:spcAft>
              <a:spcPct val="35000"/>
            </a:spcAft>
            <a:buNone/>
          </a:pPr>
          <a:r>
            <a:rPr lang="en-GB" sz="3200" kern="1200" dirty="0"/>
            <a:t> </a:t>
          </a:r>
        </a:p>
      </dsp:txBody>
      <dsp:txXfrm rot="-5400000">
        <a:off x="2351070" y="1874327"/>
        <a:ext cx="605226" cy="695662"/>
      </dsp:txXfrm>
    </dsp:sp>
    <dsp:sp modelId="{C219FEFB-9BDC-EE48-84F9-07B288CBC3E6}">
      <dsp:nvSpPr>
        <dsp:cNvPr id="0" name=""/>
        <dsp:cNvSpPr/>
      </dsp:nvSpPr>
      <dsp:spPr>
        <a:xfrm>
          <a:off x="3119995" y="1918964"/>
          <a:ext cx="1127881" cy="606387"/>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45720" tIns="45720" rIns="45720" bIns="45720" numCol="1" spcCol="1270" anchor="ctr" anchorCtr="0">
          <a:noAutofit/>
        </a:bodyPr>
        <a:lstStyle/>
        <a:p>
          <a:pPr marL="0" lvl="0" indent="0" algn="l" defTabSz="533400">
            <a:lnSpc>
              <a:spcPct val="90000"/>
            </a:lnSpc>
            <a:spcBef>
              <a:spcPct val="0"/>
            </a:spcBef>
            <a:spcAft>
              <a:spcPct val="35000"/>
            </a:spcAft>
            <a:buNone/>
          </a:pPr>
          <a:r>
            <a:rPr lang="en-US" sz="1200" kern="1200" dirty="0">
              <a:solidFill>
                <a:srgbClr val="0F253A"/>
              </a:solidFill>
            </a:rPr>
            <a:t>Small affine transforms</a:t>
          </a:r>
          <a:endParaRPr lang="en-GB" sz="1200" kern="1200" dirty="0"/>
        </a:p>
      </dsp:txBody>
      <dsp:txXfrm>
        <a:off x="3119995" y="1918964"/>
        <a:ext cx="1127881" cy="606387"/>
      </dsp:txXfrm>
    </dsp:sp>
    <dsp:sp modelId="{47707B12-68E2-4241-B937-57CA92A5DE8F}">
      <dsp:nvSpPr>
        <dsp:cNvPr id="0" name=""/>
        <dsp:cNvSpPr/>
      </dsp:nvSpPr>
      <dsp:spPr>
        <a:xfrm rot="5400000">
          <a:off x="1198756" y="1782527"/>
          <a:ext cx="1010646" cy="879262"/>
        </a:xfrm>
        <a:prstGeom prst="hexagon">
          <a:avLst>
            <a:gd name="adj" fmla="val 25000"/>
            <a:gd name="vf" fmla="val 115470"/>
          </a:avLst>
        </a:prstGeom>
        <a:solidFill>
          <a:schemeClr val="accent5">
            <a:hueOff val="-4827531"/>
            <a:satOff val="-12442"/>
            <a:lumOff val="-8404"/>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1600200">
            <a:lnSpc>
              <a:spcPct val="90000"/>
            </a:lnSpc>
            <a:spcBef>
              <a:spcPct val="0"/>
            </a:spcBef>
            <a:spcAft>
              <a:spcPct val="35000"/>
            </a:spcAft>
            <a:buNone/>
          </a:pPr>
          <a:endParaRPr lang="en-GB" sz="3600" kern="1200"/>
        </a:p>
      </dsp:txBody>
      <dsp:txXfrm rot="-5400000">
        <a:off x="1401466" y="1874327"/>
        <a:ext cx="605226" cy="695662"/>
      </dsp:txXfrm>
    </dsp:sp>
    <dsp:sp modelId="{BBE53057-C2D2-EC4C-A328-680667C0702E}">
      <dsp:nvSpPr>
        <dsp:cNvPr id="0" name=""/>
        <dsp:cNvSpPr/>
      </dsp:nvSpPr>
      <dsp:spPr>
        <a:xfrm rot="5400000">
          <a:off x="1671739" y="2640363"/>
          <a:ext cx="1010646" cy="879262"/>
        </a:xfrm>
        <a:prstGeom prst="hexagon">
          <a:avLst>
            <a:gd name="adj" fmla="val 25000"/>
            <a:gd name="vf" fmla="val 115470"/>
          </a:avLst>
        </a:prstGeom>
        <a:solidFill>
          <a:schemeClr val="accent5">
            <a:hueOff val="-5793037"/>
            <a:satOff val="-14931"/>
            <a:lumOff val="-10084"/>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21920" tIns="121920" rIns="121920" bIns="121920" numCol="1" spcCol="1270" anchor="ctr" anchorCtr="0">
          <a:noAutofit/>
        </a:bodyPr>
        <a:lstStyle/>
        <a:p>
          <a:pPr marL="0" lvl="0" indent="0" algn="ctr" defTabSz="1422400">
            <a:lnSpc>
              <a:spcPct val="90000"/>
            </a:lnSpc>
            <a:spcBef>
              <a:spcPct val="0"/>
            </a:spcBef>
            <a:spcAft>
              <a:spcPct val="35000"/>
            </a:spcAft>
            <a:buNone/>
          </a:pPr>
          <a:endParaRPr lang="en-GB" sz="3200" kern="1200" dirty="0"/>
        </a:p>
      </dsp:txBody>
      <dsp:txXfrm rot="-5400000">
        <a:off x="1874449" y="2732163"/>
        <a:ext cx="605226" cy="695662"/>
      </dsp:txXfrm>
    </dsp:sp>
    <dsp:sp modelId="{76D48A02-6337-344F-8965-373872823FAD}">
      <dsp:nvSpPr>
        <dsp:cNvPr id="0" name=""/>
        <dsp:cNvSpPr/>
      </dsp:nvSpPr>
      <dsp:spPr>
        <a:xfrm>
          <a:off x="609550" y="2776800"/>
          <a:ext cx="1091498" cy="606387"/>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34290" tIns="34290" rIns="34290" bIns="34290" numCol="1" spcCol="1270" anchor="ctr" anchorCtr="0">
          <a:noAutofit/>
        </a:bodyPr>
        <a:lstStyle/>
        <a:p>
          <a:pPr marL="0" lvl="0" indent="0" algn="r" defTabSz="400050">
            <a:lnSpc>
              <a:spcPct val="90000"/>
            </a:lnSpc>
            <a:spcBef>
              <a:spcPct val="0"/>
            </a:spcBef>
            <a:spcAft>
              <a:spcPct val="35000"/>
            </a:spcAft>
            <a:buNone/>
          </a:pPr>
          <a:r>
            <a:rPr lang="en-US" sz="900" kern="1200" dirty="0" err="1">
              <a:solidFill>
                <a:srgbClr val="0F253A"/>
              </a:solidFill>
            </a:rPr>
            <a:t>Colour</a:t>
          </a:r>
          <a:r>
            <a:rPr lang="en-US" sz="900" kern="1200" dirty="0">
              <a:solidFill>
                <a:srgbClr val="0F253A"/>
              </a:solidFill>
            </a:rPr>
            <a:t> jitter (brightness/contrast)</a:t>
          </a:r>
          <a:endParaRPr lang="en-GB" sz="900" kern="1200" dirty="0"/>
        </a:p>
      </dsp:txBody>
      <dsp:txXfrm>
        <a:off x="609550" y="2776800"/>
        <a:ext cx="1091498" cy="606387"/>
      </dsp:txXfrm>
    </dsp:sp>
    <dsp:sp modelId="{AD4CBEBC-1E8A-464C-95CE-3D2446C5BD51}">
      <dsp:nvSpPr>
        <dsp:cNvPr id="0" name=""/>
        <dsp:cNvSpPr/>
      </dsp:nvSpPr>
      <dsp:spPr>
        <a:xfrm rot="5400000">
          <a:off x="2621342" y="2640363"/>
          <a:ext cx="1010646" cy="879262"/>
        </a:xfrm>
        <a:prstGeom prst="hexagon">
          <a:avLst>
            <a:gd name="adj" fmla="val 25000"/>
            <a:gd name="vf" fmla="val 115470"/>
          </a:avLst>
        </a:prstGeom>
        <a:solidFill>
          <a:schemeClr val="accent5">
            <a:hueOff val="-6758543"/>
            <a:satOff val="-17419"/>
            <a:lumOff val="-11765"/>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1600200">
            <a:lnSpc>
              <a:spcPct val="90000"/>
            </a:lnSpc>
            <a:spcBef>
              <a:spcPct val="0"/>
            </a:spcBef>
            <a:spcAft>
              <a:spcPct val="35000"/>
            </a:spcAft>
            <a:buNone/>
          </a:pPr>
          <a:endParaRPr lang="en-GB" sz="3600" kern="1200"/>
        </a:p>
      </dsp:txBody>
      <dsp:txXfrm rot="-5400000">
        <a:off x="2824052" y="2732163"/>
        <a:ext cx="605226" cy="695662"/>
      </dsp:txXfrm>
    </dsp:sp>
  </dsp:spTree>
</dsp:drawing>
</file>

<file path=ppt/diagrams/layout1.xml><?xml version="1.0" encoding="utf-8"?>
<dgm:layoutDef xmlns:dgm="http://schemas.openxmlformats.org/drawingml/2006/diagram" xmlns:a="http://schemas.openxmlformats.org/drawingml/2006/main" uniqueId="urn:microsoft.com/office/officeart/2008/layout/AlternatingHexagons">
  <dgm:title val=""/>
  <dgm:desc val=""/>
  <dgm:catLst>
    <dgm:cat type="list" pri="1500"/>
  </dgm:catLst>
  <dgm:sampData>
    <dgm:dataModel>
      <dgm:ptLst>
        <dgm:pt modelId="0" type="doc"/>
        <dgm:pt modelId="10">
          <dgm:prSet phldr="1"/>
        </dgm:pt>
        <dgm:pt modelId="11">
          <dgm:prSet phldr="1"/>
        </dgm:pt>
        <dgm:pt modelId="20">
          <dgm:prSet phldr="1"/>
        </dgm:pt>
        <dgm:pt modelId="21">
          <dgm:prSet phldr="1"/>
        </dgm:pt>
        <dgm:pt modelId="30">
          <dgm:prSet phldr="1"/>
        </dgm:pt>
        <dgm:pt modelId="31">
          <dgm:prSet phldr="1"/>
        </dgm:pt>
      </dgm:ptLst>
      <dgm:cxnLst>
        <dgm:cxn modelId="40" srcId="0" destId="10" srcOrd="0" destOrd="0"/>
        <dgm:cxn modelId="12" srcId="10" destId="11" srcOrd="0" destOrd="0"/>
        <dgm:cxn modelId="50" srcId="0" destId="20" srcOrd="1" destOrd="0"/>
        <dgm:cxn modelId="22" srcId="20" destId="21" srcOrd="0" destOrd="0"/>
        <dgm:cxn modelId="60" srcId="0" destId="30" srcOrd="1" destOrd="0"/>
        <dgm:cxn modelId="32" srcId="30" destId="31" srcOrd="0" destOrd="0"/>
      </dgm:cxnLst>
      <dgm:bg/>
      <dgm:whole/>
    </dgm:dataModel>
  </dgm:sampData>
  <dgm:styleData>
    <dgm:dataModel>
      <dgm:ptLst>
        <dgm:pt modelId="0" type="doc"/>
        <dgm:pt modelId="10">
          <dgm:prSet phldr="1"/>
        </dgm:pt>
        <dgm:pt modelId="20">
          <dgm:prSet phldr="1"/>
        </dgm:pt>
      </dgm:ptLst>
      <dgm:cxnLst>
        <dgm:cxn modelId="60" srcId="0" destId="10" srcOrd="0" destOrd="0"/>
        <dgm:cxn modelId="70" srcId="0" destId="20" srcOrd="1" destOrd="0"/>
      </dgm:cxnLst>
      <dgm:bg/>
      <dgm:whole/>
    </dgm:dataModel>
  </dgm:styleData>
  <dgm:clrData>
    <dgm:dataModel>
      <dgm:ptLst>
        <dgm:pt modelId="0" type="doc"/>
        <dgm:pt modelId="10">
          <dgm:prSet phldr="1"/>
        </dgm:pt>
        <dgm:pt modelId="20">
          <dgm:prSet phldr="1"/>
        </dgm:pt>
        <dgm:pt modelId="30">
          <dgm:prSet phldr="1"/>
        </dgm:pt>
        <dgm:pt modelId="40">
          <dgm:prSet phldr="1"/>
        </dgm:pt>
      </dgm:ptLst>
      <dgm:cxnLst>
        <dgm:cxn modelId="60" srcId="0" destId="10" srcOrd="0" destOrd="0"/>
        <dgm:cxn modelId="70" srcId="0" destId="20" srcOrd="1" destOrd="0"/>
        <dgm:cxn modelId="80" srcId="0" destId="30" srcOrd="2" destOrd="0"/>
        <dgm:cxn modelId="90" srcId="0" destId="40" srcOrd="3" destOrd="0"/>
      </dgm:cxnLst>
      <dgm:bg/>
      <dgm:whole/>
    </dgm:dataModel>
  </dgm:clrData>
  <dgm:layoutNode name="Name0">
    <dgm:varLst>
      <dgm:chMax/>
      <dgm:chPref/>
      <dgm:dir/>
      <dgm:animLvl val="lvl"/>
    </dgm:varLst>
    <dgm:alg type="lin">
      <dgm:param type="linDir" val="fromT"/>
    </dgm:alg>
    <dgm:shape xmlns:r="http://schemas.openxmlformats.org/officeDocument/2006/relationships" r:blip="">
      <dgm:adjLst/>
    </dgm:shape>
    <dgm:constrLst>
      <dgm:constr type="primFontSz" for="des" forName="Parent1" val="65"/>
      <dgm:constr type="primFontSz" for="des" forName="Childtext1" refType="primFontSz" refFor="des" refForName="Parent1" op="lte"/>
      <dgm:constr type="w" for="ch" forName="composite" refType="w"/>
      <dgm:constr type="h" for="ch" forName="composite" refType="h"/>
      <dgm:constr type="h" for="ch" forName="spaceBetweenRectangles" refType="w" refFor="ch" refForName="composite" fact="-0.042"/>
      <dgm:constr type="sp" refType="h" refFor="ch" refForName="composite" op="equ" fact="0.1"/>
    </dgm:constrLst>
    <dgm:forEach name="nodesForEach" axis="ch" ptType="node">
      <dgm:layoutNode name="composite">
        <dgm:alg type="composite">
          <dgm:param type="ar" val="3.6"/>
        </dgm:alg>
        <dgm:shape xmlns:r="http://schemas.openxmlformats.org/officeDocument/2006/relationships" r:blip="">
          <dgm:adjLst/>
        </dgm:shape>
        <dgm:choose name="Name1">
          <dgm:if name="Name2" func="var" arg="dir" op="equ" val="norm">
            <dgm:choose name="Name3">
              <dgm:if name="Name4" axis="self" ptType="node" func="posOdd" op="equ" val="1">
                <dgm:constrLst>
                  <dgm:constr type="l" for="ch" forName="Accent1" refType="w" fact="0.18"/>
                  <dgm:constr type="t" for="ch" forName="Accent1" refType="h" fact="0"/>
                  <dgm:constr type="h" for="ch" forName="Accent1" refType="h"/>
                  <dgm:constr type="w" for="ch" forName="Accent1" refType="h" fact="0.87"/>
                  <dgm:constr type="l" for="ch" forName="Accent1Text" refType="w" fact="0.18"/>
                  <dgm:constr type="t" for="ch" forName="Accent1Text" refType="h" fact="0"/>
                  <dgm:constr type="h" for="ch" forName="Accent1Text" refType="h"/>
                  <dgm:constr type="w" for="ch" forName="Accent1Text" refType="h" fact="0.87"/>
                  <dgm:constr type="l" for="ch" forName="Parent1" refType="w" fact="0.441"/>
                  <dgm:constr type="t" for="ch" forName="Parent1" refType="h" fact="0"/>
                  <dgm:constr type="h" for="ch" forName="Parent1" refType="h"/>
                  <dgm:constr type="w" for="ch" forName="Parent1" refType="h" fact="0.87"/>
                  <dgm:constr type="l" for="ch" forName="Childtext1" refType="w" fact="0.69"/>
                  <dgm:constr type="t" for="ch" forName="Childtext1" refType="h" fact="0.2"/>
                  <dgm:constr type="w" for="ch" forName="Childtext1" refType="w" fact="0.31"/>
                  <dgm:constr type="h" for="ch" forName="Childtext1" refType="h" fact="0.6"/>
                  <dgm:constr type="l" for="ch" forName="BalanceSpacing" refType="w" fact="0"/>
                  <dgm:constr type="t" for="ch" forName="BalanceSpacing" refType="h" fact="0"/>
                  <dgm:constr type="w" for="ch" forName="BalanceSpacing" refType="w"/>
                  <dgm:constr type="h" for="ch" forName="BalanceSpacing" refType="h" fact="0.1"/>
                  <dgm:constr type="l" for="ch" forName="BalanceSpacing1" refType="w" fact="0.69"/>
                  <dgm:constr type="t" for="ch" forName="BalanceSpacing1" refType="h" fact="0.2"/>
                  <dgm:constr type="w" for="ch" forName="BalanceSpacing1" refType="w" fact="0.31"/>
                  <dgm:constr type="h" for="ch" forName="BalanceSpacing1" refType="h" fact="0.6"/>
                </dgm:constrLst>
              </dgm:if>
              <dgm:else name="Name5">
                <dgm:constrLst>
                  <dgm:constr type="l" for="ch" forName="Accent1" refType="w" fact="0.571"/>
                  <dgm:constr type="t" for="ch" forName="Accent1" refType="h" fact="0"/>
                  <dgm:constr type="h" for="ch" forName="Accent1" refType="h"/>
                  <dgm:constr type="w" for="ch" forName="Accent1" refType="h" fact="0.87"/>
                  <dgm:constr type="l" for="ch" forName="Accent1Text" refType="w" fact="0.571"/>
                  <dgm:constr type="t" for="ch" forName="Accent1Text" refType="h" fact="0"/>
                  <dgm:constr type="h" for="ch" forName="Accent1Text" refType="h"/>
                  <dgm:constr type="w" for="ch" forName="Accent1Text" refType="h" fact="0.87"/>
                  <dgm:constr type="l" for="ch" forName="Parent1" refType="w" fact="0.31"/>
                  <dgm:constr type="t" for="ch" forName="Parent1" refType="h" fact="0"/>
                  <dgm:constr type="h" for="ch" forName="Parent1" refType="h"/>
                  <dgm:constr type="w" for="ch" forName="Parent1" refType="h" fact="0.87"/>
                  <dgm:constr type="l" for="ch" forName="Childtext1" refType="w" fact="0"/>
                  <dgm:constr type="t" for="ch" forName="Childtext1" refType="h" fact="0.2"/>
                  <dgm:constr type="w" for="ch" forName="Childtext1" refType="w" fact="0.3"/>
                  <dgm:constr type="h" for="ch" forName="Childtext1" refType="h" fact="0.6"/>
                  <dgm:constr type="l" for="ch" forName="BalanceSpacing" refType="w" fact="0.82"/>
                  <dgm:constr type="t" for="ch" forName="BalanceSpacing" refType="h" fact="0"/>
                  <dgm:constr type="w" for="ch" forName="BalanceSpacing" refType="w" fact="0.18"/>
                  <dgm:constr type="h" for="ch" forName="BalanceSpacing" refType="h"/>
                  <dgm:constr type="l" for="ch" forName="BalanceSpacing1" refType="w" fact="0"/>
                  <dgm:constr type="t" for="ch" forName="BalanceSpacing1" refType="h" fact="0.2"/>
                  <dgm:constr type="w" for="ch" forName="BalanceSpacing1" refType="w" fact="0.3"/>
                  <dgm:constr type="h" for="ch" forName="BalanceSpacing1" refType="h" fact="0.6"/>
                </dgm:constrLst>
              </dgm:else>
            </dgm:choose>
          </dgm:if>
          <dgm:else name="Name6">
            <dgm:choose name="Name7">
              <dgm:if name="Name8" axis="self" ptType="node" func="posOdd" op="equ" val="1">
                <dgm:constrLst>
                  <dgm:constr type="l" for="ch" forName="Accent1" refType="w" fact="0.571"/>
                  <dgm:constr type="t" for="ch" forName="Accent1" refType="h" fact="0"/>
                  <dgm:constr type="h" for="ch" forName="Accent1" refType="h"/>
                  <dgm:constr type="w" for="ch" forName="Accent1" refType="h" fact="0.87"/>
                  <dgm:constr type="l" for="ch" forName="Accent1Text" refType="w" fact="0.571"/>
                  <dgm:constr type="t" for="ch" forName="Accent1Text" refType="h" fact="0"/>
                  <dgm:constr type="h" for="ch" forName="Accent1Text" refType="h"/>
                  <dgm:constr type="w" for="ch" forName="Accent1Text" refType="h" fact="0.87"/>
                  <dgm:constr type="l" for="ch" forName="Parent1" refType="w" fact="0.31"/>
                  <dgm:constr type="t" for="ch" forName="Parent1" refType="h" fact="0"/>
                  <dgm:constr type="h" for="ch" forName="Parent1" refType="h"/>
                  <dgm:constr type="w" for="ch" forName="Parent1" refType="h" fact="0.87"/>
                  <dgm:constr type="l" for="ch" forName="Childtext1" refType="w" fact="0"/>
                  <dgm:constr type="t" for="ch" forName="Childtext1" refType="h" fact="0.2"/>
                  <dgm:constr type="w" for="ch" forName="Childtext1" refType="w" fact="0.3"/>
                  <dgm:constr type="h" for="ch" forName="Childtext1" refType="h" fact="0.6"/>
                  <dgm:constr type="l" for="ch" forName="BalanceSpacing" refType="w" fact="0.82"/>
                  <dgm:constr type="t" for="ch" forName="BalanceSpacing" refType="h" fact="0"/>
                  <dgm:constr type="w" for="ch" forName="BalanceSpacing" refType="w" fact="0.18"/>
                  <dgm:constr type="h" for="ch" forName="BalanceSpacing" refType="h"/>
                </dgm:constrLst>
              </dgm:if>
              <dgm:else name="Name9">
                <dgm:constrLst>
                  <dgm:constr type="l" for="ch" forName="Accent1" refType="w" fact="0.18"/>
                  <dgm:constr type="t" for="ch" forName="Accent1" refType="h" fact="0"/>
                  <dgm:constr type="h" for="ch" forName="Accent1" refType="h"/>
                  <dgm:constr type="w" for="ch" forName="Accent1" refType="h" fact="0.87"/>
                  <dgm:constr type="l" for="ch" forName="Accent1Text" refType="w" fact="0.18"/>
                  <dgm:constr type="t" for="ch" forName="Accent1Text" refType="h" fact="0"/>
                  <dgm:constr type="h" for="ch" forName="Accent1Text" refType="h"/>
                  <dgm:constr type="w" for="ch" forName="Accent1Text" refType="h" fact="0.87"/>
                  <dgm:constr type="l" for="ch" forName="Parent1" refType="w" fact="0.441"/>
                  <dgm:constr type="t" for="ch" forName="Parent1" refType="h" fact="0"/>
                  <dgm:constr type="h" for="ch" forName="Parent1" refType="h"/>
                  <dgm:constr type="w" for="ch" forName="Parent1" refType="h" fact="0.87"/>
                  <dgm:constr type="l" for="ch" forName="Childtext1" refType="w" fact="0.69"/>
                  <dgm:constr type="t" for="ch" forName="Childtext1" refType="h" fact="0.2"/>
                  <dgm:constr type="w" for="ch" forName="Childtext1" refType="w" fact="0.31"/>
                  <dgm:constr type="h" for="ch" forName="Childtext1" refType="h" fact="0.6"/>
                  <dgm:constr type="l" for="ch" forName="BalanceSpacing" refType="w" fact="0"/>
                  <dgm:constr type="t" for="ch" forName="BalanceSpacing" refType="h" fact="0"/>
                  <dgm:constr type="w" for="ch" forName="BalanceSpacing" refType="w" fact="0.18"/>
                  <dgm:constr type="h" for="ch" forName="BalanceSpacing" refType="h"/>
                </dgm:constrLst>
              </dgm:else>
            </dgm:choose>
          </dgm:else>
        </dgm:choose>
        <dgm:layoutNode name="Parent1" styleLbl="node1">
          <dgm:varLst>
            <dgm:chMax val="1"/>
            <dgm:chPref val="1"/>
            <dgm:bulletEnabled val="1"/>
          </dgm:varLst>
          <dgm:alg type="tx"/>
          <dgm:shape xmlns:r="http://schemas.openxmlformats.org/officeDocument/2006/relationships" rot="90" type="hexagon" r:blip="">
            <dgm:adjLst>
              <dgm:adj idx="1" val="0.25"/>
              <dgm:adj idx="2" val="1.1547"/>
            </dgm:adjLst>
          </dgm:shape>
          <dgm:presOf axis="self" ptType="node"/>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Childtext1" styleLbl="revTx">
          <dgm:varLst>
            <dgm:chMax val="0"/>
            <dgm:chPref val="0"/>
            <dgm:bulletEnabled val="1"/>
          </dgm:varLst>
          <dgm:choose name="Name10">
            <dgm:if name="Name11" func="var" arg="dir" op="equ" val="norm">
              <dgm:choose name="Name12">
                <dgm:if name="Name13" axis="self" ptType="node" func="posOdd" op="equ" val="1">
                  <dgm:alg type="tx">
                    <dgm:param type="parTxLTRAlign" val="l"/>
                  </dgm:alg>
                </dgm:if>
                <dgm:else name="Name14">
                  <dgm:alg type="tx">
                    <dgm:param type="parTxLTRAlign" val="r"/>
                  </dgm:alg>
                </dgm:else>
              </dgm:choose>
            </dgm:if>
            <dgm:else name="Name15">
              <dgm:choose name="Name16">
                <dgm:if name="Name17" axis="self" ptType="node" func="posOdd" op="equ" val="1">
                  <dgm:alg type="tx">
                    <dgm:param type="parTxLTRAlign" val="r"/>
                  </dgm:alg>
                </dgm:if>
                <dgm:else name="Name18">
                  <dgm:alg type="tx">
                    <dgm:param type="parTxLTRAlign" val="l"/>
                  </dgm:alg>
                </dgm:else>
              </dgm:choose>
            </dgm:else>
          </dgm:choose>
          <dgm:shape xmlns:r="http://schemas.openxmlformats.org/officeDocument/2006/relationships" type="rect" r:blip="">
            <dgm:adjLst/>
          </dgm:shape>
          <dgm:presOf axis="des" ptType="node"/>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BalanceSpacing">
          <dgm:alg type="sp"/>
          <dgm:shape xmlns:r="http://schemas.openxmlformats.org/officeDocument/2006/relationships" r:blip="">
            <dgm:adjLst/>
          </dgm:shape>
        </dgm:layoutNode>
        <dgm:layoutNode name="BalanceSpacing1">
          <dgm:alg type="sp"/>
          <dgm:shape xmlns:r="http://schemas.openxmlformats.org/officeDocument/2006/relationships" r:blip="">
            <dgm:adjLst/>
          </dgm:shape>
        </dgm:layoutNode>
        <dgm:forEach name="Name19" axis="followSib" ptType="sibTrans" hideLastTrans="0" cnt="1">
          <dgm:layoutNode name="Accent1Text" styleLbl="node1">
            <dgm:alg type="tx"/>
            <dgm:shape xmlns:r="http://schemas.openxmlformats.org/officeDocument/2006/relationships" rot="90" type="hexagon" r:blip="">
              <dgm:adjLst>
                <dgm:adj idx="1" val="0.25"/>
                <dgm:adj idx="2" val="1.1547"/>
              </dgm:adjLst>
            </dgm:shape>
            <dgm:presOf axis="self" ptType="sibTrans"/>
            <dgm:constrLst>
              <dgm:constr type="lMarg"/>
              <dgm:constr type="rMarg"/>
              <dgm:constr type="tMarg"/>
              <dgm:constr type="bMarg"/>
            </dgm:constrLst>
            <dgm:ruleLst>
              <dgm:rule type="primFontSz" val="5" fact="NaN" max="NaN"/>
            </dgm:ruleLst>
          </dgm:layoutNode>
        </dgm:forEach>
      </dgm:layoutNode>
      <dgm:forEach name="Name20" axis="followSib" ptType="sibTrans" cnt="1">
        <dgm:layoutNode name="spaceBetweenRectangles">
          <dgm:alg type="sp"/>
          <dgm:shape xmlns:r="http://schemas.openxmlformats.org/officeDocument/2006/relationships" r:blip="">
            <dgm:adjLst/>
          </dgm:shape>
          <dgm:presOf/>
          <dgm:constrLst/>
          <dgm:ruleLst/>
        </dgm:layoutNode>
      </dgm:forEach>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97357059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28DDC4D0-0CC5-E8DD-7BAC-2D30BC35FCDF}"/>
              </a:ext>
            </a:extLst>
          </p:cNvPr>
          <p:cNvSpPr txBox="1"/>
          <p:nvPr userDrawn="1">
            <p:extLst>
              <p:ext uri="{1162E1C5-73C7-4A58-AE30-91384D911F3F}">
                <p184:classification xmlns:p184="http://schemas.microsoft.com/office/powerpoint/2018/4/main" val="ftr"/>
              </p:ext>
            </p:extLst>
          </p:nvPr>
        </p:nvSpPr>
        <p:spPr>
          <a:xfrm>
            <a:off x="63500" y="4927600"/>
            <a:ext cx="1592263" cy="152400"/>
          </a:xfrm>
          <a:prstGeom prst="rect">
            <a:avLst/>
          </a:prstGeom>
        </p:spPr>
        <p:txBody>
          <a:bodyPr horzOverflow="overflow" lIns="0" tIns="0" rIns="0" bIns="0">
            <a:spAutoFit/>
          </a:bodyPr>
          <a:lstStyle/>
          <a:p>
            <a:pPr algn="l"/>
            <a:r>
              <a:rPr lang="en-US" sz="1000">
                <a:solidFill>
                  <a:srgbClr val="000000">
                    <a:alpha val="50000"/>
                  </a:srgbClr>
                </a:solidFill>
                <a:latin typeface="Aptos" panose="020B0004020202020204" pitchFamily="34" charset="0"/>
              </a:rPr>
              <a:t>Confidential- Oracle Internal</a:t>
            </a:r>
          </a:p>
        </p:txBody>
      </p:sp>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8" Type="http://schemas.openxmlformats.org/officeDocument/2006/relationships/image" Target="../media/image3.png"/><Relationship Id="rId3" Type="http://schemas.openxmlformats.org/officeDocument/2006/relationships/diagramData" Target="../diagrams/data1.xml"/><Relationship Id="rId7" Type="http://schemas.microsoft.com/office/2007/relationships/diagramDrawing" Target="../diagrams/drawing1.xml"/><Relationship Id="rId2" Type="http://schemas.openxmlformats.org/officeDocument/2006/relationships/notesSlide" Target="../notesSlides/notesSlide4.xml"/><Relationship Id="rId1" Type="http://schemas.openxmlformats.org/officeDocument/2006/relationships/slideLayout" Target="../slideLayouts/slideLayout1.xml"/><Relationship Id="rId6" Type="http://schemas.openxmlformats.org/officeDocument/2006/relationships/diagramColors" Target="../diagrams/colors1.xml"/><Relationship Id="rId11" Type="http://schemas.openxmlformats.org/officeDocument/2006/relationships/image" Target="../media/image6.png"/><Relationship Id="rId5" Type="http://schemas.openxmlformats.org/officeDocument/2006/relationships/diagramQuickStyle" Target="../diagrams/quickStyle1.xml"/><Relationship Id="rId10" Type="http://schemas.openxmlformats.org/officeDocument/2006/relationships/image" Target="../media/image5.png"/><Relationship Id="rId4" Type="http://schemas.openxmlformats.org/officeDocument/2006/relationships/diagramLayout" Target="../diagrams/layout1.xml"/><Relationship Id="rId9" Type="http://schemas.openxmlformats.org/officeDocument/2006/relationships/image" Target="../media/image4.png"/></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6.xml"/><Relationship Id="rId1" Type="http://schemas.openxmlformats.org/officeDocument/2006/relationships/slideLayout" Target="../slideLayouts/slideLayout1.xml"/><Relationship Id="rId6" Type="http://schemas.openxmlformats.org/officeDocument/2006/relationships/image" Target="../media/image10.png"/><Relationship Id="rId5" Type="http://schemas.openxmlformats.org/officeDocument/2006/relationships/image" Target="../media/image9.png"/><Relationship Id="rId4" Type="http://schemas.openxmlformats.org/officeDocument/2006/relationships/image" Target="../media/image8.png"/></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9.xml"/><Relationship Id="rId1" Type="http://schemas.openxmlformats.org/officeDocument/2006/relationships/slideLayout" Target="../slideLayouts/slideLayout1.xml"/><Relationship Id="rId6" Type="http://schemas.openxmlformats.org/officeDocument/2006/relationships/hyperlink" Target="file:///home/oai/share/AA521_Final_Assignment_Group13.pdf#:~:text=Collecting%20additional%20real,a%20course%20project%20and%20a" TargetMode="External"/><Relationship Id="rId5" Type="http://schemas.openxmlformats.org/officeDocument/2006/relationships/hyperlink" Target="file:///home/oai/share/AA521_Final_Assignment_Group13.pdf#:~:text=Despite%20promising%20results%2C%20there%20are,wild%20waste%20scenes" TargetMode="External"/><Relationship Id="rId4" Type="http://schemas.openxmlformats.org/officeDocument/2006/relationships/image" Target="../media/image13.png"/></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0" y="0"/>
            <a:ext cx="9144000" cy="5143500"/>
          </a:xfrm>
          <a:prstGeom prst="rect">
            <a:avLst/>
          </a:prstGeom>
        </p:spPr>
      </p:pic>
      <p:sp>
        <p:nvSpPr>
          <p:cNvPr id="3" name="Shape 0"/>
          <p:cNvSpPr/>
          <p:nvPr/>
        </p:nvSpPr>
        <p:spPr>
          <a:xfrm>
            <a:off x="0" y="0"/>
            <a:ext cx="9144000" cy="5143500"/>
          </a:xfrm>
          <a:prstGeom prst="rect">
            <a:avLst/>
          </a:prstGeom>
          <a:solidFill>
            <a:srgbClr val="001220">
              <a:alpha val="60000"/>
            </a:srgbClr>
          </a:solidFill>
          <a:ln w="12700">
            <a:solidFill>
              <a:srgbClr val="001220"/>
            </a:solidFill>
            <a:prstDash val="solid"/>
          </a:ln>
        </p:spPr>
        <p:txBody>
          <a:bodyPr/>
          <a:lstStyle/>
          <a:p>
            <a:endParaRPr/>
          </a:p>
        </p:txBody>
      </p:sp>
      <p:sp>
        <p:nvSpPr>
          <p:cNvPr id="4" name="Text 1"/>
          <p:cNvSpPr/>
          <p:nvPr/>
        </p:nvSpPr>
        <p:spPr>
          <a:xfrm>
            <a:off x="457200" y="1371600"/>
            <a:ext cx="8229600" cy="1828800"/>
          </a:xfrm>
          <a:prstGeom prst="rect">
            <a:avLst/>
          </a:prstGeom>
          <a:noFill/>
          <a:ln/>
        </p:spPr>
        <p:txBody>
          <a:bodyPr wrap="square" rtlCol="0" anchor="ctr"/>
          <a:lstStyle/>
          <a:p>
            <a:pPr marL="0" indent="0" algn="ctr">
              <a:buNone/>
            </a:pPr>
            <a:r>
              <a:rPr lang="en-US" sz="2800" b="1" dirty="0">
                <a:solidFill>
                  <a:srgbClr val="FFFFFF"/>
                </a:solidFill>
              </a:rPr>
              <a:t>Automated Waste Classification
using Deep Learning &amp; Hybrid Models</a:t>
            </a:r>
          </a:p>
        </p:txBody>
      </p:sp>
      <p:sp>
        <p:nvSpPr>
          <p:cNvPr id="5" name="Text 2"/>
          <p:cNvSpPr/>
          <p:nvPr/>
        </p:nvSpPr>
        <p:spPr>
          <a:xfrm>
            <a:off x="457200" y="3383280"/>
            <a:ext cx="8229600" cy="914400"/>
          </a:xfrm>
          <a:prstGeom prst="rect">
            <a:avLst/>
          </a:prstGeom>
          <a:noFill/>
          <a:ln/>
        </p:spPr>
        <p:txBody>
          <a:bodyPr wrap="square" rtlCol="0" anchor="ctr"/>
          <a:lstStyle/>
          <a:p>
            <a:pPr marL="0" indent="0" algn="ctr">
              <a:buNone/>
            </a:pPr>
            <a:r>
              <a:rPr lang="en-US" sz="1400" dirty="0">
                <a:solidFill>
                  <a:srgbClr val="E0E8EF"/>
                </a:solidFill>
              </a:rPr>
              <a:t>AA521 Final Assignment – TrashNet Dataset
</a:t>
            </a:r>
            <a:r>
              <a:rPr lang="en-US" sz="1400" dirty="0">
                <a:solidFill>
                  <a:srgbClr val="C4DCE6"/>
                </a:solidFill>
              </a:rPr>
              <a:t>Group 13</a:t>
            </a:r>
            <a:endParaRPr lang="en-US" sz="1400" dirty="0"/>
          </a:p>
          <a:p>
            <a:pPr marL="0" indent="0" algn="ctr">
              <a:buNone/>
            </a:pPr>
            <a:r>
              <a:rPr lang="en-US" sz="1200" i="1" dirty="0">
                <a:solidFill>
                  <a:srgbClr val="B0C8D6"/>
                </a:solidFill>
              </a:rPr>
              <a:t>December 6, 2025</a:t>
            </a:r>
            <a:endParaRPr lang="en-US" sz="14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8F9FA"/>
        </a:solidFill>
        <a:effectLst/>
      </p:bgPr>
    </p:bg>
    <p:spTree>
      <p:nvGrpSpPr>
        <p:cNvPr id="1" name=""/>
        <p:cNvGrpSpPr/>
        <p:nvPr/>
      </p:nvGrpSpPr>
      <p:grpSpPr>
        <a:xfrm>
          <a:off x="0" y="0"/>
          <a:ext cx="0" cy="0"/>
          <a:chOff x="0" y="0"/>
          <a:chExt cx="0" cy="0"/>
        </a:xfrm>
      </p:grpSpPr>
      <p:sp>
        <p:nvSpPr>
          <p:cNvPr id="10" name="Rounded Rectangle 9">
            <a:extLst>
              <a:ext uri="{FF2B5EF4-FFF2-40B4-BE49-F238E27FC236}">
                <a16:creationId xmlns:a16="http://schemas.microsoft.com/office/drawing/2014/main" id="{C8618455-FDA2-9003-418C-BA81E921A76E}"/>
              </a:ext>
            </a:extLst>
          </p:cNvPr>
          <p:cNvSpPr/>
          <p:nvPr/>
        </p:nvSpPr>
        <p:spPr>
          <a:xfrm>
            <a:off x="4476427" y="1025985"/>
            <a:ext cx="4210373" cy="2670358"/>
          </a:xfrm>
          <a:prstGeom prst="roundRect">
            <a:avLst>
              <a:gd name="adj" fmla="val 5059"/>
            </a:avLst>
          </a:prstGeom>
          <a:solidFill>
            <a:schemeClr val="bg1">
              <a:lumMod val="85000"/>
            </a:schemeClr>
          </a:solidFill>
          <a:ln>
            <a:noFill/>
          </a:ln>
          <a:effectLst>
            <a:outerShdw blurRad="50800" dist="38100" dir="8100000" algn="tr"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Rounded Rectangle 8">
            <a:extLst>
              <a:ext uri="{FF2B5EF4-FFF2-40B4-BE49-F238E27FC236}">
                <a16:creationId xmlns:a16="http://schemas.microsoft.com/office/drawing/2014/main" id="{788B6AF6-8C82-08F5-DAC8-07BE4A627040}"/>
              </a:ext>
            </a:extLst>
          </p:cNvPr>
          <p:cNvSpPr/>
          <p:nvPr/>
        </p:nvSpPr>
        <p:spPr>
          <a:xfrm>
            <a:off x="596684" y="1025985"/>
            <a:ext cx="3704095" cy="2670358"/>
          </a:xfrm>
          <a:prstGeom prst="roundRect">
            <a:avLst>
              <a:gd name="adj" fmla="val 5059"/>
            </a:avLst>
          </a:prstGeom>
          <a:solidFill>
            <a:schemeClr val="bg1">
              <a:lumMod val="85000"/>
            </a:schemeClr>
          </a:solidFill>
          <a:ln>
            <a:noFill/>
          </a:ln>
          <a:effectLst>
            <a:outerShdw blurRad="50800" dist="38100" dir="8100000" algn="tr"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Text 2"/>
          <p:cNvSpPr/>
          <p:nvPr/>
        </p:nvSpPr>
        <p:spPr>
          <a:xfrm>
            <a:off x="790413" y="1041486"/>
            <a:ext cx="3510366" cy="2286000"/>
          </a:xfrm>
          <a:prstGeom prst="rect">
            <a:avLst/>
          </a:prstGeom>
          <a:noFill/>
          <a:ln/>
        </p:spPr>
        <p:txBody>
          <a:bodyPr wrap="square" rtlCol="0" anchor="ctr"/>
          <a:lstStyle/>
          <a:p>
            <a:r>
              <a:rPr lang="en-US" sz="2000" b="1" dirty="0">
                <a:solidFill>
                  <a:schemeClr val="accent6"/>
                </a:solidFill>
              </a:rPr>
              <a:t>Background</a:t>
            </a:r>
            <a:r>
              <a:rPr lang="en-US" sz="2000" b="1" dirty="0">
                <a:solidFill>
                  <a:srgbClr val="10375C"/>
                </a:solidFill>
              </a:rPr>
              <a:t>
</a:t>
            </a:r>
          </a:p>
          <a:p>
            <a:pPr marL="171450" indent="-171450">
              <a:buFont typeface="Arial" panose="020B0604020202020204" pitchFamily="34" charset="0"/>
              <a:buChar char="•"/>
            </a:pPr>
            <a:r>
              <a:rPr lang="en-US" sz="1400" dirty="0">
                <a:solidFill>
                  <a:srgbClr val="0F253A"/>
                </a:solidFill>
              </a:rPr>
              <a:t>Growing municipal waste volumes challenge cities worldwide.
Manual sorting is slow, labour‑intensive and exposes workers to health risks.
Misclassification leads to landfill use and loss of recyclable resources.</a:t>
            </a:r>
            <a:endParaRPr lang="en-US" dirty="0"/>
          </a:p>
        </p:txBody>
      </p:sp>
      <p:sp>
        <p:nvSpPr>
          <p:cNvPr id="5" name="Text 3"/>
          <p:cNvSpPr/>
          <p:nvPr/>
        </p:nvSpPr>
        <p:spPr>
          <a:xfrm>
            <a:off x="4572000" y="1211968"/>
            <a:ext cx="4114800" cy="2286000"/>
          </a:xfrm>
          <a:prstGeom prst="rect">
            <a:avLst/>
          </a:prstGeom>
          <a:noFill/>
          <a:ln/>
        </p:spPr>
        <p:txBody>
          <a:bodyPr wrap="square" rtlCol="0" anchor="ctr"/>
          <a:lstStyle/>
          <a:p>
            <a:pPr marL="0" indent="0">
              <a:buNone/>
            </a:pPr>
            <a:r>
              <a:rPr lang="en-US" sz="2000" b="1" dirty="0">
                <a:solidFill>
                  <a:srgbClr val="10375C"/>
                </a:solidFill>
              </a:rPr>
              <a:t>Objectives
</a:t>
            </a:r>
          </a:p>
          <a:p>
            <a:pPr marL="228600" indent="-228600">
              <a:buFont typeface="+mj-lt"/>
              <a:buAutoNum type="arabicPeriod"/>
            </a:pPr>
            <a:r>
              <a:rPr lang="en-US" sz="1400" dirty="0">
                <a:solidFill>
                  <a:srgbClr val="0F253A"/>
                </a:solidFill>
              </a:rPr>
              <a:t>Explore the TrashNet dataset and its distribution.
Build a baseline classifier using transfer learning.
Improve robustness via augmentation and class weighting.
Implement a hybrid model combining deep features with logistic regression.
Evaluate models using accuracy, precision/recall and confusion matrices.</a:t>
            </a:r>
            <a:endParaRPr lang="en-US" dirty="0"/>
          </a:p>
        </p:txBody>
      </p:sp>
      <p:sp>
        <p:nvSpPr>
          <p:cNvPr id="7" name="Shape 0">
            <a:extLst>
              <a:ext uri="{FF2B5EF4-FFF2-40B4-BE49-F238E27FC236}">
                <a16:creationId xmlns:a16="http://schemas.microsoft.com/office/drawing/2014/main" id="{7FC57BDA-4B88-268A-B583-78E2D804D4ED}"/>
              </a:ext>
            </a:extLst>
          </p:cNvPr>
          <p:cNvSpPr/>
          <p:nvPr/>
        </p:nvSpPr>
        <p:spPr>
          <a:xfrm>
            <a:off x="0" y="0"/>
            <a:ext cx="9144000" cy="548640"/>
          </a:xfrm>
          <a:prstGeom prst="rect">
            <a:avLst/>
          </a:prstGeom>
          <a:solidFill>
            <a:srgbClr val="10375C"/>
          </a:solidFill>
          <a:ln w="12700">
            <a:solidFill>
              <a:srgbClr val="10375C"/>
            </a:solidFill>
            <a:prstDash val="solid"/>
          </a:ln>
        </p:spPr>
        <p:txBody>
          <a:bodyPr/>
          <a:lstStyle/>
          <a:p>
            <a:endParaRPr/>
          </a:p>
        </p:txBody>
      </p:sp>
      <p:sp>
        <p:nvSpPr>
          <p:cNvPr id="8" name="Text 1">
            <a:extLst>
              <a:ext uri="{FF2B5EF4-FFF2-40B4-BE49-F238E27FC236}">
                <a16:creationId xmlns:a16="http://schemas.microsoft.com/office/drawing/2014/main" id="{483DAB24-F2C9-731F-48FC-79416691788C}"/>
              </a:ext>
            </a:extLst>
          </p:cNvPr>
          <p:cNvSpPr/>
          <p:nvPr/>
        </p:nvSpPr>
        <p:spPr>
          <a:xfrm>
            <a:off x="457200" y="91440"/>
            <a:ext cx="8229600" cy="365760"/>
          </a:xfrm>
          <a:prstGeom prst="rect">
            <a:avLst/>
          </a:prstGeom>
          <a:noFill/>
          <a:ln/>
        </p:spPr>
        <p:txBody>
          <a:bodyPr wrap="square" rtlCol="0" anchor="ctr"/>
          <a:lstStyle/>
          <a:p>
            <a:pPr marL="0" indent="0">
              <a:buNone/>
            </a:pPr>
            <a:r>
              <a:rPr lang="en-US" sz="2000" b="1" dirty="0">
                <a:solidFill>
                  <a:srgbClr val="FFFFFF"/>
                </a:solidFill>
              </a:rPr>
              <a:t>Background &amp; Objectives</a:t>
            </a:r>
            <a:endParaRPr lang="en-US" sz="20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8F9FA"/>
        </a:solidFill>
        <a:effectLst/>
      </p:bgPr>
    </p:bg>
    <p:spTree>
      <p:nvGrpSpPr>
        <p:cNvPr id="1" name=""/>
        <p:cNvGrpSpPr/>
        <p:nvPr/>
      </p:nvGrpSpPr>
      <p:grpSpPr>
        <a:xfrm>
          <a:off x="0" y="0"/>
          <a:ext cx="0" cy="0"/>
          <a:chOff x="0" y="0"/>
          <a:chExt cx="0" cy="0"/>
        </a:xfrm>
      </p:grpSpPr>
      <p:sp>
        <p:nvSpPr>
          <p:cNvPr id="8" name="Rounded Rectangle 7">
            <a:extLst>
              <a:ext uri="{FF2B5EF4-FFF2-40B4-BE49-F238E27FC236}">
                <a16:creationId xmlns:a16="http://schemas.microsoft.com/office/drawing/2014/main" id="{A9554656-BBF2-3E2C-B937-AB92FB88859D}"/>
              </a:ext>
            </a:extLst>
          </p:cNvPr>
          <p:cNvSpPr/>
          <p:nvPr/>
        </p:nvSpPr>
        <p:spPr>
          <a:xfrm>
            <a:off x="4517756" y="1118975"/>
            <a:ext cx="3905573" cy="2670358"/>
          </a:xfrm>
          <a:prstGeom prst="roundRect">
            <a:avLst>
              <a:gd name="adj" fmla="val 5059"/>
            </a:avLst>
          </a:prstGeom>
          <a:solidFill>
            <a:schemeClr val="bg1">
              <a:lumMod val="95000"/>
            </a:schemeClr>
          </a:solidFill>
          <a:ln>
            <a:noFill/>
          </a:ln>
          <a:effectLst>
            <a:outerShdw blurRad="50800" dist="38100" dir="8100000" algn="tr"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Rounded Rectangle 8">
            <a:extLst>
              <a:ext uri="{FF2B5EF4-FFF2-40B4-BE49-F238E27FC236}">
                <a16:creationId xmlns:a16="http://schemas.microsoft.com/office/drawing/2014/main" id="{D4245BFE-A6B5-2C7E-5BD4-EB7D7A661074}"/>
              </a:ext>
            </a:extLst>
          </p:cNvPr>
          <p:cNvSpPr/>
          <p:nvPr/>
        </p:nvSpPr>
        <p:spPr>
          <a:xfrm>
            <a:off x="526942" y="1118975"/>
            <a:ext cx="3704095" cy="2670358"/>
          </a:xfrm>
          <a:prstGeom prst="roundRect">
            <a:avLst>
              <a:gd name="adj" fmla="val 5059"/>
            </a:avLst>
          </a:prstGeom>
          <a:solidFill>
            <a:schemeClr val="accent6">
              <a:lumMod val="20000"/>
              <a:lumOff val="80000"/>
            </a:schemeClr>
          </a:solidFill>
          <a:ln>
            <a:noFill/>
          </a:ln>
          <a:effectLst>
            <a:outerShdw blurRad="50800" dist="38100" dir="8100000" algn="tr"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Shape 0"/>
          <p:cNvSpPr/>
          <p:nvPr/>
        </p:nvSpPr>
        <p:spPr>
          <a:xfrm>
            <a:off x="0" y="0"/>
            <a:ext cx="9144000" cy="548640"/>
          </a:xfrm>
          <a:prstGeom prst="rect">
            <a:avLst/>
          </a:prstGeom>
          <a:solidFill>
            <a:srgbClr val="10375C"/>
          </a:solidFill>
          <a:ln w="12700">
            <a:solidFill>
              <a:srgbClr val="10375C"/>
            </a:solidFill>
            <a:prstDash val="solid"/>
          </a:ln>
        </p:spPr>
        <p:txBody>
          <a:bodyPr/>
          <a:lstStyle/>
          <a:p>
            <a:endParaRPr/>
          </a:p>
        </p:txBody>
      </p:sp>
      <p:sp>
        <p:nvSpPr>
          <p:cNvPr id="3" name="Text 1"/>
          <p:cNvSpPr/>
          <p:nvPr/>
        </p:nvSpPr>
        <p:spPr>
          <a:xfrm>
            <a:off x="457200" y="91440"/>
            <a:ext cx="8229600" cy="365760"/>
          </a:xfrm>
          <a:prstGeom prst="rect">
            <a:avLst/>
          </a:prstGeom>
          <a:noFill/>
          <a:ln/>
        </p:spPr>
        <p:txBody>
          <a:bodyPr wrap="square" rtlCol="0" anchor="ctr"/>
          <a:lstStyle/>
          <a:p>
            <a:pPr marL="0" indent="0">
              <a:buNone/>
            </a:pPr>
            <a:r>
              <a:rPr lang="en-US" sz="2000" b="1" dirty="0">
                <a:solidFill>
                  <a:srgbClr val="FFFFFF"/>
                </a:solidFill>
              </a:rPr>
              <a:t>Dataset &amp; Preprocessing</a:t>
            </a:r>
            <a:endParaRPr lang="en-US" sz="2000" dirty="0"/>
          </a:p>
        </p:txBody>
      </p:sp>
      <p:sp>
        <p:nvSpPr>
          <p:cNvPr id="4" name="Text 2"/>
          <p:cNvSpPr/>
          <p:nvPr/>
        </p:nvSpPr>
        <p:spPr>
          <a:xfrm>
            <a:off x="720671" y="824510"/>
            <a:ext cx="3603356" cy="2926080"/>
          </a:xfrm>
          <a:prstGeom prst="rect">
            <a:avLst/>
          </a:prstGeom>
          <a:noFill/>
          <a:ln/>
        </p:spPr>
        <p:txBody>
          <a:bodyPr wrap="square" rtlCol="0" anchor="ctr"/>
          <a:lstStyle/>
          <a:p>
            <a:r>
              <a:rPr lang="en-US" sz="1600" b="1" dirty="0">
                <a:solidFill>
                  <a:srgbClr val="10375C"/>
                </a:solidFill>
              </a:rPr>
              <a:t>TrashNet Dataset
</a:t>
            </a:r>
          </a:p>
          <a:p>
            <a:pPr marL="171450" indent="-171450">
              <a:buFont typeface="Arial" panose="020B0604020202020204" pitchFamily="34" charset="0"/>
              <a:buChar char="•"/>
            </a:pPr>
            <a:r>
              <a:rPr lang="en-US" sz="1200" dirty="0">
                <a:solidFill>
                  <a:srgbClr val="0F253A"/>
                </a:solidFill>
              </a:rPr>
              <a:t>2,527 images across six classes (cardboard, glass, metal, paper, plastic, trash).</a:t>
            </a:r>
          </a:p>
          <a:p>
            <a:pPr marL="171450" indent="-171450">
              <a:buFont typeface="Arial" panose="020B0604020202020204" pitchFamily="34" charset="0"/>
              <a:buChar char="•"/>
            </a:pPr>
            <a:r>
              <a:rPr lang="en-US" sz="1200" dirty="0">
                <a:solidFill>
                  <a:srgbClr val="0F253A"/>
                </a:solidFill>
              </a:rPr>
              <a:t>Images captured at ~512×384 pixels; resized to 224×224 for training.
Standard ImageNet normalisation applied (μ = (0.485, 0.456, 0.406), σ = (0.229, 0.224, 0.225)).</a:t>
            </a:r>
            <a:endParaRPr lang="en-US" sz="1600" dirty="0"/>
          </a:p>
        </p:txBody>
      </p:sp>
      <p:pic>
        <p:nvPicPr>
          <p:cNvPr id="5" name="Image 0" descr="preencoded.png"/>
          <p:cNvPicPr>
            <a:picLocks noChangeAspect="1"/>
          </p:cNvPicPr>
          <p:nvPr/>
        </p:nvPicPr>
        <p:blipFill>
          <a:blip r:embed="rId3"/>
          <a:srcRect/>
          <a:stretch/>
        </p:blipFill>
        <p:spPr>
          <a:xfrm>
            <a:off x="4928461" y="1586339"/>
            <a:ext cx="3046448" cy="2030965"/>
          </a:xfrm>
          <a:prstGeom prst="rect">
            <a:avLst/>
          </a:prstGeom>
        </p:spPr>
      </p:pic>
      <p:sp>
        <p:nvSpPr>
          <p:cNvPr id="6" name="Text 3"/>
          <p:cNvSpPr/>
          <p:nvPr/>
        </p:nvSpPr>
        <p:spPr>
          <a:xfrm>
            <a:off x="4869568" y="1277150"/>
            <a:ext cx="2631612" cy="274320"/>
          </a:xfrm>
          <a:prstGeom prst="rect">
            <a:avLst/>
          </a:prstGeom>
          <a:noFill/>
          <a:ln/>
        </p:spPr>
        <p:txBody>
          <a:bodyPr wrap="square" rtlCol="0" anchor="ctr"/>
          <a:lstStyle/>
          <a:p>
            <a:pPr marL="0" indent="0">
              <a:buNone/>
            </a:pPr>
            <a:r>
              <a:rPr lang="en-US" sz="1400" b="1" dirty="0">
                <a:solidFill>
                  <a:srgbClr val="10375C"/>
                </a:solidFill>
              </a:rPr>
              <a:t>Class Distribution</a:t>
            </a:r>
            <a:endParaRPr lang="en-US" sz="14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8F9FA"/>
        </a:solidFill>
        <a:effectLst/>
      </p:bgPr>
    </p:bg>
    <p:spTree>
      <p:nvGrpSpPr>
        <p:cNvPr id="1" name=""/>
        <p:cNvGrpSpPr/>
        <p:nvPr/>
      </p:nvGrpSpPr>
      <p:grpSpPr>
        <a:xfrm>
          <a:off x="0" y="0"/>
          <a:ext cx="0" cy="0"/>
          <a:chOff x="0" y="0"/>
          <a:chExt cx="0" cy="0"/>
        </a:xfrm>
      </p:grpSpPr>
      <p:sp>
        <p:nvSpPr>
          <p:cNvPr id="2" name="Shape 0"/>
          <p:cNvSpPr/>
          <p:nvPr/>
        </p:nvSpPr>
        <p:spPr>
          <a:xfrm>
            <a:off x="0" y="0"/>
            <a:ext cx="9144000" cy="548640"/>
          </a:xfrm>
          <a:prstGeom prst="rect">
            <a:avLst/>
          </a:prstGeom>
          <a:solidFill>
            <a:srgbClr val="10375C"/>
          </a:solidFill>
          <a:ln w="12700">
            <a:solidFill>
              <a:srgbClr val="10375C"/>
            </a:solidFill>
            <a:prstDash val="solid"/>
          </a:ln>
        </p:spPr>
        <p:txBody>
          <a:bodyPr/>
          <a:lstStyle/>
          <a:p>
            <a:endParaRPr/>
          </a:p>
        </p:txBody>
      </p:sp>
      <p:sp>
        <p:nvSpPr>
          <p:cNvPr id="3" name="Text 1"/>
          <p:cNvSpPr/>
          <p:nvPr/>
        </p:nvSpPr>
        <p:spPr>
          <a:xfrm>
            <a:off x="457200" y="91440"/>
            <a:ext cx="8229600" cy="365760"/>
          </a:xfrm>
          <a:prstGeom prst="rect">
            <a:avLst/>
          </a:prstGeom>
          <a:noFill/>
          <a:ln/>
        </p:spPr>
        <p:txBody>
          <a:bodyPr wrap="square" rtlCol="0" anchor="ctr"/>
          <a:lstStyle/>
          <a:p>
            <a:pPr marL="0" indent="0">
              <a:buNone/>
            </a:pPr>
            <a:r>
              <a:rPr lang="en-US" sz="2000" b="1" dirty="0">
                <a:solidFill>
                  <a:srgbClr val="FFFFFF"/>
                </a:solidFill>
              </a:rPr>
              <a:t>Data Augmentation &amp; Splitting</a:t>
            </a:r>
            <a:endParaRPr lang="en-US" sz="2000" dirty="0"/>
          </a:p>
        </p:txBody>
      </p:sp>
      <p:sp>
        <p:nvSpPr>
          <p:cNvPr id="4" name="Text 2"/>
          <p:cNvSpPr/>
          <p:nvPr/>
        </p:nvSpPr>
        <p:spPr>
          <a:xfrm>
            <a:off x="5932945" y="662940"/>
            <a:ext cx="2117455" cy="365760"/>
          </a:xfrm>
          <a:prstGeom prst="rect">
            <a:avLst/>
          </a:prstGeom>
          <a:noFill/>
          <a:ln/>
        </p:spPr>
        <p:txBody>
          <a:bodyPr wrap="square" rtlCol="0" anchor="ctr"/>
          <a:lstStyle/>
          <a:p>
            <a:pPr marL="0" indent="0">
              <a:buNone/>
            </a:pPr>
            <a:r>
              <a:rPr lang="en-US" sz="1600" b="1" dirty="0">
                <a:solidFill>
                  <a:srgbClr val="10375C"/>
                </a:solidFill>
              </a:rPr>
              <a:t>Augmentation</a:t>
            </a:r>
            <a:endParaRPr lang="en-US" sz="2000" dirty="0"/>
          </a:p>
        </p:txBody>
      </p:sp>
      <p:sp>
        <p:nvSpPr>
          <p:cNvPr id="13" name="Text 7"/>
          <p:cNvSpPr/>
          <p:nvPr/>
        </p:nvSpPr>
        <p:spPr>
          <a:xfrm>
            <a:off x="648023" y="1942326"/>
            <a:ext cx="3008608" cy="1531620"/>
          </a:xfrm>
          <a:prstGeom prst="rect">
            <a:avLst/>
          </a:prstGeom>
          <a:noFill/>
          <a:ln/>
        </p:spPr>
        <p:txBody>
          <a:bodyPr wrap="square" rtlCol="0" anchor="t"/>
          <a:lstStyle/>
          <a:p>
            <a:pPr marL="0" indent="0">
              <a:buNone/>
            </a:pPr>
            <a:r>
              <a:rPr lang="en-US" sz="1600" b="1" dirty="0">
                <a:solidFill>
                  <a:srgbClr val="10375C"/>
                </a:solidFill>
              </a:rPr>
              <a:t>Dataset Splitting</a:t>
            </a:r>
          </a:p>
          <a:p>
            <a:pPr marL="0" indent="0">
              <a:buNone/>
            </a:pPr>
            <a:r>
              <a:rPr lang="en-US" sz="1600" b="1" dirty="0">
                <a:solidFill>
                  <a:srgbClr val="10375C"/>
                </a:solidFill>
              </a:rPr>
              <a:t>
</a:t>
            </a:r>
            <a:r>
              <a:rPr lang="en-US" sz="1200" dirty="0">
                <a:solidFill>
                  <a:srgbClr val="0F253A"/>
                </a:solidFill>
              </a:rPr>
              <a:t>• 70% training, 15% validation, 15% test.
• Stratified by class to preserve distribution.
• Augmentation only applied to training set.</a:t>
            </a:r>
            <a:endParaRPr lang="en-US" sz="1600" dirty="0"/>
          </a:p>
        </p:txBody>
      </p:sp>
      <p:graphicFrame>
        <p:nvGraphicFramePr>
          <p:cNvPr id="15" name="Diagram 14">
            <a:extLst>
              <a:ext uri="{FF2B5EF4-FFF2-40B4-BE49-F238E27FC236}">
                <a16:creationId xmlns:a16="http://schemas.microsoft.com/office/drawing/2014/main" id="{3FF53D26-99D7-927F-C484-8B279ABC116C}"/>
              </a:ext>
            </a:extLst>
          </p:cNvPr>
          <p:cNvGraphicFramePr/>
          <p:nvPr>
            <p:extLst>
              <p:ext uri="{D42A27DB-BD31-4B8C-83A1-F6EECF244321}">
                <p14:modId xmlns:p14="http://schemas.microsoft.com/office/powerpoint/2010/main" val="1150748214"/>
              </p:ext>
            </p:extLst>
          </p:nvPr>
        </p:nvGraphicFramePr>
        <p:xfrm>
          <a:off x="4238785" y="1143000"/>
          <a:ext cx="4857427" cy="3586480"/>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pic>
        <p:nvPicPr>
          <p:cNvPr id="5" name="Image 0" descr="preencoded.png"/>
          <p:cNvPicPr>
            <a:picLocks noChangeAspect="1"/>
          </p:cNvPicPr>
          <p:nvPr/>
        </p:nvPicPr>
        <p:blipFill>
          <a:blip r:embed="rId8">
            <a:biLevel thresh="25000"/>
          </a:blip>
          <a:stretch>
            <a:fillRect/>
          </a:stretch>
        </p:blipFill>
        <p:spPr>
          <a:xfrm>
            <a:off x="6763073" y="1555255"/>
            <a:ext cx="228600" cy="228600"/>
          </a:xfrm>
          <a:prstGeom prst="rect">
            <a:avLst/>
          </a:prstGeom>
        </p:spPr>
      </p:pic>
      <p:pic>
        <p:nvPicPr>
          <p:cNvPr id="7" name="Image 1" descr="preencoded.png"/>
          <p:cNvPicPr>
            <a:picLocks noChangeAspect="1"/>
          </p:cNvPicPr>
          <p:nvPr/>
        </p:nvPicPr>
        <p:blipFill>
          <a:blip r:embed="rId9">
            <a:biLevel thresh="25000"/>
          </a:blip>
          <a:stretch>
            <a:fillRect/>
          </a:stretch>
        </p:blipFill>
        <p:spPr>
          <a:xfrm>
            <a:off x="6305872" y="2423160"/>
            <a:ext cx="228600" cy="228600"/>
          </a:xfrm>
          <a:prstGeom prst="rect">
            <a:avLst/>
          </a:prstGeom>
        </p:spPr>
      </p:pic>
      <p:pic>
        <p:nvPicPr>
          <p:cNvPr id="9" name="Image 2" descr="preencoded.png"/>
          <p:cNvPicPr>
            <a:picLocks noChangeAspect="1"/>
          </p:cNvPicPr>
          <p:nvPr/>
        </p:nvPicPr>
        <p:blipFill>
          <a:blip r:embed="rId10">
            <a:biLevel thresh="25000"/>
          </a:blip>
          <a:stretch>
            <a:fillRect/>
          </a:stretch>
        </p:blipFill>
        <p:spPr>
          <a:xfrm>
            <a:off x="6763073" y="3245346"/>
            <a:ext cx="228600" cy="228600"/>
          </a:xfrm>
          <a:prstGeom prst="rect">
            <a:avLst/>
          </a:prstGeom>
        </p:spPr>
      </p:pic>
      <p:pic>
        <p:nvPicPr>
          <p:cNvPr id="11" name="Image 3" descr="preencoded.png"/>
          <p:cNvPicPr>
            <a:picLocks noChangeAspect="1"/>
          </p:cNvPicPr>
          <p:nvPr/>
        </p:nvPicPr>
        <p:blipFill>
          <a:blip r:embed="rId11">
            <a:biLevel thresh="25000"/>
          </a:blip>
          <a:stretch>
            <a:fillRect/>
          </a:stretch>
        </p:blipFill>
        <p:spPr>
          <a:xfrm>
            <a:off x="6305872" y="4111894"/>
            <a:ext cx="228600" cy="228600"/>
          </a:xfrm>
          <a:prstGeom prst="rect">
            <a:avLst/>
          </a:prstGeom>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8F9FA"/>
        </a:solidFill>
        <a:effectLst/>
      </p:bgPr>
    </p:bg>
    <p:spTree>
      <p:nvGrpSpPr>
        <p:cNvPr id="1" name=""/>
        <p:cNvGrpSpPr/>
        <p:nvPr/>
      </p:nvGrpSpPr>
      <p:grpSpPr>
        <a:xfrm>
          <a:off x="0" y="0"/>
          <a:ext cx="0" cy="0"/>
          <a:chOff x="0" y="0"/>
          <a:chExt cx="0" cy="0"/>
        </a:xfrm>
      </p:grpSpPr>
      <p:sp>
        <p:nvSpPr>
          <p:cNvPr id="2" name="Shape 0"/>
          <p:cNvSpPr/>
          <p:nvPr/>
        </p:nvSpPr>
        <p:spPr>
          <a:xfrm>
            <a:off x="0" y="0"/>
            <a:ext cx="9144000" cy="548640"/>
          </a:xfrm>
          <a:prstGeom prst="rect">
            <a:avLst/>
          </a:prstGeom>
          <a:solidFill>
            <a:srgbClr val="10375C"/>
          </a:solidFill>
          <a:ln w="12700">
            <a:solidFill>
              <a:srgbClr val="10375C"/>
            </a:solidFill>
            <a:prstDash val="solid"/>
          </a:ln>
        </p:spPr>
        <p:txBody>
          <a:bodyPr/>
          <a:lstStyle/>
          <a:p>
            <a:endParaRPr/>
          </a:p>
        </p:txBody>
      </p:sp>
      <p:sp>
        <p:nvSpPr>
          <p:cNvPr id="3" name="Text 1"/>
          <p:cNvSpPr/>
          <p:nvPr/>
        </p:nvSpPr>
        <p:spPr>
          <a:xfrm>
            <a:off x="457200" y="91440"/>
            <a:ext cx="8229600" cy="365760"/>
          </a:xfrm>
          <a:prstGeom prst="rect">
            <a:avLst/>
          </a:prstGeom>
          <a:noFill/>
          <a:ln/>
        </p:spPr>
        <p:txBody>
          <a:bodyPr wrap="square" rtlCol="0" anchor="ctr"/>
          <a:lstStyle/>
          <a:p>
            <a:pPr marL="0" indent="0">
              <a:buNone/>
            </a:pPr>
            <a:r>
              <a:rPr lang="en-US" sz="2000" b="1" dirty="0">
                <a:solidFill>
                  <a:srgbClr val="FFFFFF"/>
                </a:solidFill>
              </a:rPr>
              <a:t>Baseline Deep Model</a:t>
            </a:r>
            <a:endParaRPr lang="en-US" sz="2000" dirty="0"/>
          </a:p>
        </p:txBody>
      </p:sp>
      <p:sp>
        <p:nvSpPr>
          <p:cNvPr id="4" name="Text 2"/>
          <p:cNvSpPr/>
          <p:nvPr/>
        </p:nvSpPr>
        <p:spPr>
          <a:xfrm>
            <a:off x="1021339" y="1417320"/>
            <a:ext cx="4389120" cy="3200400"/>
          </a:xfrm>
          <a:prstGeom prst="rect">
            <a:avLst/>
          </a:prstGeom>
          <a:noFill/>
          <a:ln/>
        </p:spPr>
        <p:txBody>
          <a:bodyPr wrap="square" rtlCol="0" anchor="ctr"/>
          <a:lstStyle/>
          <a:p>
            <a:pPr marL="0" indent="0">
              <a:buNone/>
            </a:pPr>
            <a:r>
              <a:rPr lang="en-US" sz="1600" b="1" dirty="0">
                <a:solidFill>
                  <a:srgbClr val="10375C"/>
                </a:solidFill>
              </a:rPr>
              <a:t>Model Overview
</a:t>
            </a:r>
            <a:r>
              <a:rPr lang="en-US" sz="1200" dirty="0">
                <a:solidFill>
                  <a:srgbClr val="0F253A"/>
                </a:solidFill>
              </a:rPr>
              <a:t>• Pretrained MobileNetV3 backbone fine‑tuned on TrashNet.
• Standard augmentation and uniform cross‑entropy loss.
• Quickly achieves ~88–90% accuracy on validation set.
• Sensitive to class imbalance; misclassifies minority classes.</a:t>
            </a:r>
            <a:endParaRPr lang="en-US" sz="1600" dirty="0"/>
          </a:p>
        </p:txBody>
      </p:sp>
      <p:sp>
        <p:nvSpPr>
          <p:cNvPr id="5" name="Shape 3"/>
          <p:cNvSpPr/>
          <p:nvPr/>
        </p:nvSpPr>
        <p:spPr>
          <a:xfrm>
            <a:off x="1053885" y="1417320"/>
            <a:ext cx="1463040" cy="640080"/>
          </a:xfrm>
          <a:prstGeom prst="roundRect">
            <a:avLst>
              <a:gd name="adj" fmla="val 14286"/>
            </a:avLst>
          </a:prstGeom>
          <a:solidFill>
            <a:srgbClr val="E1F3EF"/>
          </a:solidFill>
          <a:ln w="12700">
            <a:solidFill>
              <a:srgbClr val="10375C"/>
            </a:solidFill>
            <a:prstDash val="solid"/>
          </a:ln>
        </p:spPr>
        <p:txBody>
          <a:bodyPr/>
          <a:lstStyle/>
          <a:p>
            <a:endParaRPr/>
          </a:p>
        </p:txBody>
      </p:sp>
      <p:sp>
        <p:nvSpPr>
          <p:cNvPr id="6" name="Text 4"/>
          <p:cNvSpPr/>
          <p:nvPr/>
        </p:nvSpPr>
        <p:spPr>
          <a:xfrm>
            <a:off x="1053885" y="1417320"/>
            <a:ext cx="1463040" cy="640080"/>
          </a:xfrm>
          <a:prstGeom prst="rect">
            <a:avLst/>
          </a:prstGeom>
          <a:noFill/>
          <a:ln/>
        </p:spPr>
        <p:txBody>
          <a:bodyPr wrap="square" rtlCol="0" anchor="ctr"/>
          <a:lstStyle/>
          <a:p>
            <a:pPr marL="0" indent="0" algn="ctr">
              <a:buNone/>
            </a:pPr>
            <a:r>
              <a:rPr lang="en-US" sz="1200" b="1" dirty="0">
                <a:solidFill>
                  <a:srgbClr val="10375C"/>
                </a:solidFill>
              </a:rPr>
              <a:t>Image</a:t>
            </a:r>
            <a:endParaRPr lang="en-US" sz="1200" dirty="0"/>
          </a:p>
        </p:txBody>
      </p:sp>
      <p:sp>
        <p:nvSpPr>
          <p:cNvPr id="7" name="Shape 5"/>
          <p:cNvSpPr/>
          <p:nvPr/>
        </p:nvSpPr>
        <p:spPr>
          <a:xfrm>
            <a:off x="2516925" y="1645920"/>
            <a:ext cx="365760" cy="182880"/>
          </a:xfrm>
          <a:prstGeom prst="rightArrow">
            <a:avLst/>
          </a:prstGeom>
          <a:solidFill>
            <a:srgbClr val="20B38E"/>
          </a:solidFill>
          <a:ln w="12700">
            <a:solidFill>
              <a:srgbClr val="20B38E"/>
            </a:solidFill>
            <a:prstDash val="solid"/>
          </a:ln>
        </p:spPr>
        <p:txBody>
          <a:bodyPr/>
          <a:lstStyle/>
          <a:p>
            <a:endParaRPr/>
          </a:p>
        </p:txBody>
      </p:sp>
      <p:sp>
        <p:nvSpPr>
          <p:cNvPr id="8" name="Shape 6"/>
          <p:cNvSpPr/>
          <p:nvPr/>
        </p:nvSpPr>
        <p:spPr>
          <a:xfrm>
            <a:off x="2974125" y="1417320"/>
            <a:ext cx="1463040" cy="640080"/>
          </a:xfrm>
          <a:prstGeom prst="roundRect">
            <a:avLst>
              <a:gd name="adj" fmla="val 14286"/>
            </a:avLst>
          </a:prstGeom>
          <a:solidFill>
            <a:srgbClr val="E1F3EF"/>
          </a:solidFill>
          <a:ln w="12700">
            <a:solidFill>
              <a:srgbClr val="10375C"/>
            </a:solidFill>
            <a:prstDash val="solid"/>
          </a:ln>
        </p:spPr>
        <p:txBody>
          <a:bodyPr/>
          <a:lstStyle/>
          <a:p>
            <a:endParaRPr/>
          </a:p>
        </p:txBody>
      </p:sp>
      <p:sp>
        <p:nvSpPr>
          <p:cNvPr id="9" name="Text 7"/>
          <p:cNvSpPr/>
          <p:nvPr/>
        </p:nvSpPr>
        <p:spPr>
          <a:xfrm>
            <a:off x="2974125" y="1417320"/>
            <a:ext cx="1463040" cy="640080"/>
          </a:xfrm>
          <a:prstGeom prst="rect">
            <a:avLst/>
          </a:prstGeom>
          <a:noFill/>
          <a:ln/>
        </p:spPr>
        <p:txBody>
          <a:bodyPr wrap="square" rtlCol="0" anchor="ctr"/>
          <a:lstStyle/>
          <a:p>
            <a:pPr marL="0" indent="0" algn="ctr">
              <a:buNone/>
            </a:pPr>
            <a:r>
              <a:rPr lang="en-US" sz="1000" b="1" dirty="0">
                <a:solidFill>
                  <a:srgbClr val="10375C"/>
                </a:solidFill>
              </a:rPr>
              <a:t>Pretrained CNN</a:t>
            </a:r>
            <a:endParaRPr lang="en-US" sz="1000" dirty="0"/>
          </a:p>
        </p:txBody>
      </p:sp>
      <p:sp>
        <p:nvSpPr>
          <p:cNvPr id="10" name="Shape 8"/>
          <p:cNvSpPr/>
          <p:nvPr/>
        </p:nvSpPr>
        <p:spPr>
          <a:xfrm>
            <a:off x="4437165" y="1645920"/>
            <a:ext cx="365760" cy="182880"/>
          </a:xfrm>
          <a:prstGeom prst="rightArrow">
            <a:avLst/>
          </a:prstGeom>
          <a:solidFill>
            <a:srgbClr val="20B38E"/>
          </a:solidFill>
          <a:ln w="12700">
            <a:solidFill>
              <a:srgbClr val="20B38E"/>
            </a:solidFill>
            <a:prstDash val="solid"/>
          </a:ln>
        </p:spPr>
        <p:txBody>
          <a:bodyPr/>
          <a:lstStyle/>
          <a:p>
            <a:endParaRPr/>
          </a:p>
        </p:txBody>
      </p:sp>
      <p:sp>
        <p:nvSpPr>
          <p:cNvPr id="11" name="Shape 9"/>
          <p:cNvSpPr/>
          <p:nvPr/>
        </p:nvSpPr>
        <p:spPr>
          <a:xfrm>
            <a:off x="4894365" y="1417320"/>
            <a:ext cx="1463040" cy="640080"/>
          </a:xfrm>
          <a:prstGeom prst="roundRect">
            <a:avLst>
              <a:gd name="adj" fmla="val 14286"/>
            </a:avLst>
          </a:prstGeom>
          <a:solidFill>
            <a:srgbClr val="E1F3EF"/>
          </a:solidFill>
          <a:ln w="12700">
            <a:solidFill>
              <a:srgbClr val="10375C"/>
            </a:solidFill>
            <a:prstDash val="solid"/>
          </a:ln>
        </p:spPr>
        <p:txBody>
          <a:bodyPr/>
          <a:lstStyle/>
          <a:p>
            <a:endParaRPr/>
          </a:p>
        </p:txBody>
      </p:sp>
      <p:sp>
        <p:nvSpPr>
          <p:cNvPr id="12" name="Text 10"/>
          <p:cNvSpPr/>
          <p:nvPr/>
        </p:nvSpPr>
        <p:spPr>
          <a:xfrm>
            <a:off x="4894365" y="1417320"/>
            <a:ext cx="1463040" cy="640080"/>
          </a:xfrm>
          <a:prstGeom prst="rect">
            <a:avLst/>
          </a:prstGeom>
          <a:noFill/>
          <a:ln/>
        </p:spPr>
        <p:txBody>
          <a:bodyPr wrap="square" rtlCol="0" anchor="ctr"/>
          <a:lstStyle/>
          <a:p>
            <a:pPr marL="0" indent="0" algn="ctr">
              <a:buNone/>
            </a:pPr>
            <a:r>
              <a:rPr lang="en-US" sz="1000" b="1" dirty="0">
                <a:solidFill>
                  <a:srgbClr val="10375C"/>
                </a:solidFill>
              </a:rPr>
              <a:t>Dense Layer</a:t>
            </a:r>
            <a:endParaRPr lang="en-US" sz="1000" dirty="0"/>
          </a:p>
        </p:txBody>
      </p:sp>
      <p:sp>
        <p:nvSpPr>
          <p:cNvPr id="13" name="Shape 11"/>
          <p:cNvSpPr/>
          <p:nvPr/>
        </p:nvSpPr>
        <p:spPr>
          <a:xfrm>
            <a:off x="6357405" y="1645920"/>
            <a:ext cx="365760" cy="182880"/>
          </a:xfrm>
          <a:prstGeom prst="rightArrow">
            <a:avLst/>
          </a:prstGeom>
          <a:solidFill>
            <a:srgbClr val="20B38E"/>
          </a:solidFill>
          <a:ln w="12700">
            <a:solidFill>
              <a:srgbClr val="20B38E"/>
            </a:solidFill>
            <a:prstDash val="solid"/>
          </a:ln>
        </p:spPr>
        <p:txBody>
          <a:bodyPr/>
          <a:lstStyle/>
          <a:p>
            <a:endParaRPr/>
          </a:p>
        </p:txBody>
      </p:sp>
      <p:sp>
        <p:nvSpPr>
          <p:cNvPr id="14" name="Shape 12"/>
          <p:cNvSpPr/>
          <p:nvPr/>
        </p:nvSpPr>
        <p:spPr>
          <a:xfrm>
            <a:off x="6814605" y="1417320"/>
            <a:ext cx="1463040" cy="640080"/>
          </a:xfrm>
          <a:prstGeom prst="roundRect">
            <a:avLst>
              <a:gd name="adj" fmla="val 14286"/>
            </a:avLst>
          </a:prstGeom>
          <a:solidFill>
            <a:srgbClr val="E1F3EF"/>
          </a:solidFill>
          <a:ln w="12700">
            <a:solidFill>
              <a:srgbClr val="10375C"/>
            </a:solidFill>
            <a:prstDash val="solid"/>
          </a:ln>
        </p:spPr>
        <p:txBody>
          <a:bodyPr/>
          <a:lstStyle/>
          <a:p>
            <a:endParaRPr/>
          </a:p>
        </p:txBody>
      </p:sp>
      <p:sp>
        <p:nvSpPr>
          <p:cNvPr id="15" name="Text 13"/>
          <p:cNvSpPr/>
          <p:nvPr/>
        </p:nvSpPr>
        <p:spPr>
          <a:xfrm>
            <a:off x="6814605" y="1417320"/>
            <a:ext cx="1463040" cy="640080"/>
          </a:xfrm>
          <a:prstGeom prst="rect">
            <a:avLst/>
          </a:prstGeom>
          <a:noFill/>
          <a:ln/>
        </p:spPr>
        <p:txBody>
          <a:bodyPr wrap="square" rtlCol="0" anchor="ctr"/>
          <a:lstStyle/>
          <a:p>
            <a:pPr marL="0" indent="0" algn="ctr">
              <a:buNone/>
            </a:pPr>
            <a:r>
              <a:rPr lang="en-US" sz="1000" b="1" dirty="0">
                <a:solidFill>
                  <a:srgbClr val="10375C"/>
                </a:solidFill>
              </a:rPr>
              <a:t>6 Classes</a:t>
            </a:r>
            <a:endParaRPr lang="en-US" sz="10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8F9FA"/>
        </a:solidFill>
        <a:effectLst/>
      </p:bgPr>
    </p:bg>
    <p:spTree>
      <p:nvGrpSpPr>
        <p:cNvPr id="1" name=""/>
        <p:cNvGrpSpPr/>
        <p:nvPr/>
      </p:nvGrpSpPr>
      <p:grpSpPr>
        <a:xfrm>
          <a:off x="0" y="0"/>
          <a:ext cx="0" cy="0"/>
          <a:chOff x="0" y="0"/>
          <a:chExt cx="0" cy="0"/>
        </a:xfrm>
      </p:grpSpPr>
      <p:sp>
        <p:nvSpPr>
          <p:cNvPr id="2" name="Shape 0"/>
          <p:cNvSpPr/>
          <p:nvPr/>
        </p:nvSpPr>
        <p:spPr>
          <a:xfrm>
            <a:off x="0" y="0"/>
            <a:ext cx="9144000" cy="548640"/>
          </a:xfrm>
          <a:prstGeom prst="rect">
            <a:avLst/>
          </a:prstGeom>
          <a:solidFill>
            <a:srgbClr val="10375C"/>
          </a:solidFill>
          <a:ln w="12700">
            <a:solidFill>
              <a:srgbClr val="10375C"/>
            </a:solidFill>
            <a:prstDash val="solid"/>
          </a:ln>
        </p:spPr>
        <p:txBody>
          <a:bodyPr/>
          <a:lstStyle/>
          <a:p>
            <a:endParaRPr/>
          </a:p>
        </p:txBody>
      </p:sp>
      <p:sp>
        <p:nvSpPr>
          <p:cNvPr id="3" name="Text 1"/>
          <p:cNvSpPr/>
          <p:nvPr/>
        </p:nvSpPr>
        <p:spPr>
          <a:xfrm>
            <a:off x="457200" y="91440"/>
            <a:ext cx="8229600" cy="365760"/>
          </a:xfrm>
          <a:prstGeom prst="rect">
            <a:avLst/>
          </a:prstGeom>
          <a:noFill/>
          <a:ln/>
        </p:spPr>
        <p:txBody>
          <a:bodyPr wrap="square" rtlCol="0" anchor="ctr"/>
          <a:lstStyle/>
          <a:p>
            <a:pPr marL="0" indent="0">
              <a:buNone/>
            </a:pPr>
            <a:r>
              <a:rPr lang="en-US" sz="2000" b="1" dirty="0">
                <a:solidFill>
                  <a:srgbClr val="FFFFFF"/>
                </a:solidFill>
              </a:rPr>
              <a:t>Improved Deep Model</a:t>
            </a:r>
            <a:endParaRPr lang="en-US" sz="2000" dirty="0"/>
          </a:p>
        </p:txBody>
      </p:sp>
      <p:sp>
        <p:nvSpPr>
          <p:cNvPr id="4" name="Text 2"/>
          <p:cNvSpPr/>
          <p:nvPr/>
        </p:nvSpPr>
        <p:spPr>
          <a:xfrm>
            <a:off x="498658" y="1054175"/>
            <a:ext cx="4297680" cy="365760"/>
          </a:xfrm>
          <a:prstGeom prst="rect">
            <a:avLst/>
          </a:prstGeom>
          <a:noFill/>
          <a:ln/>
        </p:spPr>
        <p:txBody>
          <a:bodyPr wrap="square" rtlCol="0" anchor="ctr"/>
          <a:lstStyle/>
          <a:p>
            <a:pPr marL="0" indent="0">
              <a:buNone/>
            </a:pPr>
            <a:r>
              <a:rPr lang="en-US" sz="1600" b="1" dirty="0">
                <a:solidFill>
                  <a:srgbClr val="10375C"/>
                </a:solidFill>
              </a:rPr>
              <a:t>Enhancements</a:t>
            </a:r>
            <a:endParaRPr lang="en-US" sz="1600" dirty="0"/>
          </a:p>
        </p:txBody>
      </p:sp>
      <p:pic>
        <p:nvPicPr>
          <p:cNvPr id="5" name="Image 0" descr="preencoded.png"/>
          <p:cNvPicPr>
            <a:picLocks noChangeAspect="1"/>
          </p:cNvPicPr>
          <p:nvPr/>
        </p:nvPicPr>
        <p:blipFill>
          <a:blip r:embed="rId3"/>
          <a:stretch>
            <a:fillRect/>
          </a:stretch>
        </p:blipFill>
        <p:spPr>
          <a:xfrm>
            <a:off x="498658" y="1688735"/>
            <a:ext cx="228600" cy="228600"/>
          </a:xfrm>
          <a:prstGeom prst="rect">
            <a:avLst/>
          </a:prstGeom>
        </p:spPr>
      </p:pic>
      <p:sp>
        <p:nvSpPr>
          <p:cNvPr id="6" name="Text 3"/>
          <p:cNvSpPr/>
          <p:nvPr/>
        </p:nvSpPr>
        <p:spPr>
          <a:xfrm>
            <a:off x="955858" y="1643015"/>
            <a:ext cx="2810230" cy="274320"/>
          </a:xfrm>
          <a:prstGeom prst="rect">
            <a:avLst/>
          </a:prstGeom>
          <a:noFill/>
          <a:ln/>
        </p:spPr>
        <p:txBody>
          <a:bodyPr wrap="square" rtlCol="0" anchor="ctr"/>
          <a:lstStyle/>
          <a:p>
            <a:pPr marL="0" indent="0" algn="l">
              <a:buNone/>
            </a:pPr>
            <a:r>
              <a:rPr lang="en-US" sz="1200" dirty="0">
                <a:solidFill>
                  <a:srgbClr val="0F253A"/>
                </a:solidFill>
              </a:rPr>
              <a:t>Stronger augmentation (flip, rotate, jitter)</a:t>
            </a:r>
            <a:endParaRPr lang="en-US" sz="1200" dirty="0"/>
          </a:p>
        </p:txBody>
      </p:sp>
      <p:pic>
        <p:nvPicPr>
          <p:cNvPr id="7" name="Image 1" descr="preencoded.png"/>
          <p:cNvPicPr>
            <a:picLocks noChangeAspect="1"/>
          </p:cNvPicPr>
          <p:nvPr/>
        </p:nvPicPr>
        <p:blipFill>
          <a:blip r:embed="rId4"/>
          <a:stretch>
            <a:fillRect/>
          </a:stretch>
        </p:blipFill>
        <p:spPr>
          <a:xfrm>
            <a:off x="498658" y="2100215"/>
            <a:ext cx="228600" cy="228600"/>
          </a:xfrm>
          <a:prstGeom prst="rect">
            <a:avLst/>
          </a:prstGeom>
        </p:spPr>
      </p:pic>
      <p:sp>
        <p:nvSpPr>
          <p:cNvPr id="8" name="Text 4"/>
          <p:cNvSpPr/>
          <p:nvPr/>
        </p:nvSpPr>
        <p:spPr>
          <a:xfrm>
            <a:off x="955858" y="2054495"/>
            <a:ext cx="2810230" cy="274320"/>
          </a:xfrm>
          <a:prstGeom prst="rect">
            <a:avLst/>
          </a:prstGeom>
          <a:noFill/>
          <a:ln/>
        </p:spPr>
        <p:txBody>
          <a:bodyPr wrap="square" rtlCol="0" anchor="ctr"/>
          <a:lstStyle/>
          <a:p>
            <a:pPr marL="0" indent="0" algn="l">
              <a:buNone/>
            </a:pPr>
            <a:r>
              <a:rPr lang="en-US" sz="1200" dirty="0">
                <a:solidFill>
                  <a:srgbClr val="0F253A"/>
                </a:solidFill>
              </a:rPr>
              <a:t>Class‑weighted loss to handle imbalance</a:t>
            </a:r>
            <a:endParaRPr lang="en-US" sz="1200" dirty="0"/>
          </a:p>
        </p:txBody>
      </p:sp>
      <p:pic>
        <p:nvPicPr>
          <p:cNvPr id="9" name="Image 2" descr="preencoded.png"/>
          <p:cNvPicPr>
            <a:picLocks noChangeAspect="1"/>
          </p:cNvPicPr>
          <p:nvPr/>
        </p:nvPicPr>
        <p:blipFill>
          <a:blip r:embed="rId5"/>
          <a:stretch>
            <a:fillRect/>
          </a:stretch>
        </p:blipFill>
        <p:spPr>
          <a:xfrm>
            <a:off x="498658" y="2511695"/>
            <a:ext cx="228600" cy="228600"/>
          </a:xfrm>
          <a:prstGeom prst="rect">
            <a:avLst/>
          </a:prstGeom>
        </p:spPr>
      </p:pic>
      <p:sp>
        <p:nvSpPr>
          <p:cNvPr id="10" name="Text 5"/>
          <p:cNvSpPr/>
          <p:nvPr/>
        </p:nvSpPr>
        <p:spPr>
          <a:xfrm>
            <a:off x="955858" y="2465975"/>
            <a:ext cx="2810230" cy="274320"/>
          </a:xfrm>
          <a:prstGeom prst="rect">
            <a:avLst/>
          </a:prstGeom>
          <a:noFill/>
          <a:ln/>
        </p:spPr>
        <p:txBody>
          <a:bodyPr wrap="square" rtlCol="0" anchor="ctr"/>
          <a:lstStyle/>
          <a:p>
            <a:pPr marL="0" indent="0" algn="l">
              <a:buNone/>
            </a:pPr>
            <a:r>
              <a:rPr lang="en-US" sz="1200" dirty="0">
                <a:solidFill>
                  <a:srgbClr val="0F253A"/>
                </a:solidFill>
              </a:rPr>
              <a:t>Learning‑rate scheduler for stable training</a:t>
            </a:r>
            <a:endParaRPr lang="en-US" sz="1200" dirty="0"/>
          </a:p>
        </p:txBody>
      </p:sp>
      <p:pic>
        <p:nvPicPr>
          <p:cNvPr id="11" name="Image 3" descr="preencoded.png"/>
          <p:cNvPicPr>
            <a:picLocks noChangeAspect="1"/>
          </p:cNvPicPr>
          <p:nvPr/>
        </p:nvPicPr>
        <p:blipFill>
          <a:blip r:embed="rId6"/>
          <a:srcRect/>
          <a:stretch/>
        </p:blipFill>
        <p:spPr>
          <a:xfrm>
            <a:off x="4382332" y="1462846"/>
            <a:ext cx="3677174" cy="3061489"/>
          </a:xfrm>
          <a:prstGeom prst="rect">
            <a:avLst/>
          </a:prstGeom>
        </p:spPr>
      </p:pic>
      <p:sp>
        <p:nvSpPr>
          <p:cNvPr id="12" name="Text 6"/>
          <p:cNvSpPr/>
          <p:nvPr/>
        </p:nvSpPr>
        <p:spPr>
          <a:xfrm>
            <a:off x="4289156" y="1102704"/>
            <a:ext cx="3840480" cy="274320"/>
          </a:xfrm>
          <a:prstGeom prst="rect">
            <a:avLst/>
          </a:prstGeom>
          <a:noFill/>
          <a:ln/>
        </p:spPr>
        <p:txBody>
          <a:bodyPr wrap="square" rtlCol="0" anchor="ctr"/>
          <a:lstStyle/>
          <a:p>
            <a:pPr marL="0" indent="0">
              <a:buNone/>
            </a:pPr>
            <a:r>
              <a:rPr lang="en-US" sz="1600" b="1" dirty="0">
                <a:solidFill>
                  <a:srgbClr val="10375C"/>
                </a:solidFill>
              </a:rPr>
              <a:t>Accuracy Comparison</a:t>
            </a:r>
            <a:endParaRPr lang="en-US" sz="1600" dirty="0"/>
          </a:p>
        </p:txBody>
      </p:sp>
      <p:sp>
        <p:nvSpPr>
          <p:cNvPr id="13" name="Text 7"/>
          <p:cNvSpPr/>
          <p:nvPr/>
        </p:nvSpPr>
        <p:spPr>
          <a:xfrm>
            <a:off x="321776" y="2823404"/>
            <a:ext cx="3603356" cy="1371600"/>
          </a:xfrm>
          <a:prstGeom prst="rect">
            <a:avLst/>
          </a:prstGeom>
          <a:noFill/>
          <a:ln/>
        </p:spPr>
        <p:txBody>
          <a:bodyPr wrap="square" rtlCol="0" anchor="ctr"/>
          <a:lstStyle/>
          <a:p>
            <a:pPr marL="171450" indent="-171450">
              <a:buFont typeface="Arial" panose="020B0604020202020204" pitchFamily="34" charset="0"/>
              <a:buChar char="•"/>
            </a:pPr>
            <a:r>
              <a:rPr lang="en-US" sz="1100" dirty="0">
                <a:solidFill>
                  <a:srgbClr val="0F253A"/>
                </a:solidFill>
              </a:rPr>
              <a:t>Improved model reaches an overall accuracy of 0.88
Greater recall for minority class “trash” (100% recall)
Slightly higher precision on common classes compared to baseline</a:t>
            </a:r>
            <a:endParaRPr lang="en-US" sz="11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8F9FA"/>
        </a:solidFill>
        <a:effectLst/>
      </p:bgPr>
    </p:bg>
    <p:spTree>
      <p:nvGrpSpPr>
        <p:cNvPr id="1" name=""/>
        <p:cNvGrpSpPr/>
        <p:nvPr/>
      </p:nvGrpSpPr>
      <p:grpSpPr>
        <a:xfrm>
          <a:off x="0" y="0"/>
          <a:ext cx="0" cy="0"/>
          <a:chOff x="0" y="0"/>
          <a:chExt cx="0" cy="0"/>
        </a:xfrm>
      </p:grpSpPr>
      <p:sp>
        <p:nvSpPr>
          <p:cNvPr id="2" name="Shape 0"/>
          <p:cNvSpPr/>
          <p:nvPr/>
        </p:nvSpPr>
        <p:spPr>
          <a:xfrm>
            <a:off x="0" y="0"/>
            <a:ext cx="9144000" cy="548640"/>
          </a:xfrm>
          <a:prstGeom prst="rect">
            <a:avLst/>
          </a:prstGeom>
          <a:solidFill>
            <a:srgbClr val="10375C"/>
          </a:solidFill>
          <a:ln w="12700">
            <a:solidFill>
              <a:srgbClr val="10375C"/>
            </a:solidFill>
            <a:prstDash val="solid"/>
          </a:ln>
        </p:spPr>
        <p:txBody>
          <a:bodyPr/>
          <a:lstStyle/>
          <a:p>
            <a:endParaRPr/>
          </a:p>
        </p:txBody>
      </p:sp>
      <p:sp>
        <p:nvSpPr>
          <p:cNvPr id="3" name="Text 1"/>
          <p:cNvSpPr/>
          <p:nvPr/>
        </p:nvSpPr>
        <p:spPr>
          <a:xfrm>
            <a:off x="457200" y="91440"/>
            <a:ext cx="8229600" cy="365760"/>
          </a:xfrm>
          <a:prstGeom prst="rect">
            <a:avLst/>
          </a:prstGeom>
          <a:noFill/>
          <a:ln/>
        </p:spPr>
        <p:txBody>
          <a:bodyPr wrap="square" rtlCol="0" anchor="ctr"/>
          <a:lstStyle/>
          <a:p>
            <a:pPr marL="0" indent="0">
              <a:buNone/>
            </a:pPr>
            <a:r>
              <a:rPr lang="en-US" sz="1800" b="1" dirty="0">
                <a:solidFill>
                  <a:srgbClr val="FFFFFF"/>
                </a:solidFill>
              </a:rPr>
              <a:t>Hybrid Model: Deep Features + Logistic Regression</a:t>
            </a:r>
            <a:endParaRPr lang="en-US" sz="1800" dirty="0"/>
          </a:p>
        </p:txBody>
      </p:sp>
      <p:sp>
        <p:nvSpPr>
          <p:cNvPr id="4" name="Text 2"/>
          <p:cNvSpPr/>
          <p:nvPr/>
        </p:nvSpPr>
        <p:spPr>
          <a:xfrm>
            <a:off x="457200" y="2640136"/>
            <a:ext cx="4389120" cy="2041127"/>
          </a:xfrm>
          <a:prstGeom prst="rect">
            <a:avLst/>
          </a:prstGeom>
          <a:noFill/>
          <a:ln/>
        </p:spPr>
        <p:txBody>
          <a:bodyPr wrap="square" rtlCol="0" anchor="t"/>
          <a:lstStyle/>
          <a:p>
            <a:pPr marL="0" indent="0">
              <a:buNone/>
            </a:pPr>
            <a:r>
              <a:rPr lang="en-US" sz="1600" b="1" dirty="0">
                <a:solidFill>
                  <a:srgbClr val="10375C"/>
                </a:solidFill>
              </a:rPr>
              <a:t>Rationale
</a:t>
            </a:r>
            <a:r>
              <a:rPr lang="en-US" sz="1200" dirty="0">
                <a:solidFill>
                  <a:srgbClr val="0F253A"/>
                </a:solidFill>
              </a:rPr>
              <a:t>• Freeze the improved CNN as a feature extractor.
• Train a multinomial logistic regression on the extracted features.
• Provides interpretability and competitive accuracy (0.89).
• Particularly effective for imbalanced datasets.</a:t>
            </a:r>
            <a:endParaRPr lang="en-US" sz="1600" dirty="0"/>
          </a:p>
        </p:txBody>
      </p:sp>
      <p:sp>
        <p:nvSpPr>
          <p:cNvPr id="5" name="Shape 3"/>
          <p:cNvSpPr/>
          <p:nvPr/>
        </p:nvSpPr>
        <p:spPr>
          <a:xfrm>
            <a:off x="240223" y="1471176"/>
            <a:ext cx="1371600" cy="548640"/>
          </a:xfrm>
          <a:prstGeom prst="roundRect">
            <a:avLst>
              <a:gd name="adj" fmla="val 16667"/>
            </a:avLst>
          </a:prstGeom>
          <a:solidFill>
            <a:srgbClr val="E1F3EF"/>
          </a:solidFill>
          <a:ln w="12700">
            <a:solidFill>
              <a:srgbClr val="10375C"/>
            </a:solidFill>
            <a:prstDash val="solid"/>
          </a:ln>
        </p:spPr>
        <p:txBody>
          <a:bodyPr/>
          <a:lstStyle/>
          <a:p>
            <a:endParaRPr/>
          </a:p>
        </p:txBody>
      </p:sp>
      <p:sp>
        <p:nvSpPr>
          <p:cNvPr id="6" name="Text 4"/>
          <p:cNvSpPr/>
          <p:nvPr/>
        </p:nvSpPr>
        <p:spPr>
          <a:xfrm>
            <a:off x="240223" y="1471176"/>
            <a:ext cx="1371600" cy="548640"/>
          </a:xfrm>
          <a:prstGeom prst="rect">
            <a:avLst/>
          </a:prstGeom>
          <a:noFill/>
          <a:ln/>
        </p:spPr>
        <p:txBody>
          <a:bodyPr wrap="square" rtlCol="0" anchor="ctr"/>
          <a:lstStyle/>
          <a:p>
            <a:pPr marL="0" indent="0" algn="ctr">
              <a:buNone/>
            </a:pPr>
            <a:r>
              <a:rPr lang="en-US" sz="1000" b="1" dirty="0">
                <a:solidFill>
                  <a:srgbClr val="10375C"/>
                </a:solidFill>
              </a:rPr>
              <a:t>Image</a:t>
            </a:r>
            <a:endParaRPr lang="en-US" sz="1000" dirty="0"/>
          </a:p>
        </p:txBody>
      </p:sp>
      <p:sp>
        <p:nvSpPr>
          <p:cNvPr id="7" name="Shape 5"/>
          <p:cNvSpPr/>
          <p:nvPr/>
        </p:nvSpPr>
        <p:spPr>
          <a:xfrm>
            <a:off x="1611823" y="1699776"/>
            <a:ext cx="365760" cy="182880"/>
          </a:xfrm>
          <a:prstGeom prst="rightArrow">
            <a:avLst/>
          </a:prstGeom>
          <a:solidFill>
            <a:srgbClr val="20B38E"/>
          </a:solidFill>
          <a:ln w="12700">
            <a:solidFill>
              <a:srgbClr val="20B38E"/>
            </a:solidFill>
            <a:prstDash val="solid"/>
          </a:ln>
        </p:spPr>
        <p:txBody>
          <a:bodyPr/>
          <a:lstStyle/>
          <a:p>
            <a:endParaRPr/>
          </a:p>
        </p:txBody>
      </p:sp>
      <p:sp>
        <p:nvSpPr>
          <p:cNvPr id="8" name="Shape 6"/>
          <p:cNvSpPr/>
          <p:nvPr/>
        </p:nvSpPr>
        <p:spPr>
          <a:xfrm>
            <a:off x="1886143" y="1471176"/>
            <a:ext cx="1554480" cy="548640"/>
          </a:xfrm>
          <a:prstGeom prst="roundRect">
            <a:avLst>
              <a:gd name="adj" fmla="val 16667"/>
            </a:avLst>
          </a:prstGeom>
          <a:solidFill>
            <a:srgbClr val="E1F3EF"/>
          </a:solidFill>
          <a:ln w="12700">
            <a:solidFill>
              <a:srgbClr val="10375C"/>
            </a:solidFill>
            <a:prstDash val="solid"/>
          </a:ln>
        </p:spPr>
        <p:txBody>
          <a:bodyPr/>
          <a:lstStyle/>
          <a:p>
            <a:endParaRPr/>
          </a:p>
        </p:txBody>
      </p:sp>
      <p:sp>
        <p:nvSpPr>
          <p:cNvPr id="9" name="Text 7"/>
          <p:cNvSpPr/>
          <p:nvPr/>
        </p:nvSpPr>
        <p:spPr>
          <a:xfrm>
            <a:off x="1886143" y="1471176"/>
            <a:ext cx="1554480" cy="548640"/>
          </a:xfrm>
          <a:prstGeom prst="rect">
            <a:avLst/>
          </a:prstGeom>
          <a:noFill/>
          <a:ln/>
        </p:spPr>
        <p:txBody>
          <a:bodyPr wrap="square" rtlCol="0" anchor="ctr"/>
          <a:lstStyle/>
          <a:p>
            <a:pPr marL="0" indent="0" algn="ctr">
              <a:buNone/>
            </a:pPr>
            <a:r>
              <a:rPr lang="en-US" sz="1000" b="1" dirty="0">
                <a:solidFill>
                  <a:srgbClr val="10375C"/>
                </a:solidFill>
              </a:rPr>
              <a:t>Fixed CNN</a:t>
            </a:r>
            <a:endParaRPr lang="en-US" sz="1000" dirty="0"/>
          </a:p>
        </p:txBody>
      </p:sp>
      <p:sp>
        <p:nvSpPr>
          <p:cNvPr id="10" name="Shape 8"/>
          <p:cNvSpPr/>
          <p:nvPr/>
        </p:nvSpPr>
        <p:spPr>
          <a:xfrm>
            <a:off x="3440623" y="1699776"/>
            <a:ext cx="365760" cy="182880"/>
          </a:xfrm>
          <a:prstGeom prst="rightArrow">
            <a:avLst/>
          </a:prstGeom>
          <a:solidFill>
            <a:srgbClr val="20B38E"/>
          </a:solidFill>
          <a:ln w="12700">
            <a:solidFill>
              <a:srgbClr val="20B38E"/>
            </a:solidFill>
            <a:prstDash val="solid"/>
          </a:ln>
        </p:spPr>
        <p:txBody>
          <a:bodyPr/>
          <a:lstStyle/>
          <a:p>
            <a:endParaRPr/>
          </a:p>
        </p:txBody>
      </p:sp>
      <p:sp>
        <p:nvSpPr>
          <p:cNvPr id="11" name="Shape 9"/>
          <p:cNvSpPr/>
          <p:nvPr/>
        </p:nvSpPr>
        <p:spPr>
          <a:xfrm>
            <a:off x="3806383" y="1471176"/>
            <a:ext cx="1554480" cy="548640"/>
          </a:xfrm>
          <a:prstGeom prst="roundRect">
            <a:avLst>
              <a:gd name="adj" fmla="val 16667"/>
            </a:avLst>
          </a:prstGeom>
          <a:solidFill>
            <a:srgbClr val="E1F3EF"/>
          </a:solidFill>
          <a:ln w="12700">
            <a:solidFill>
              <a:srgbClr val="10375C"/>
            </a:solidFill>
            <a:prstDash val="solid"/>
          </a:ln>
        </p:spPr>
        <p:txBody>
          <a:bodyPr/>
          <a:lstStyle/>
          <a:p>
            <a:endParaRPr/>
          </a:p>
        </p:txBody>
      </p:sp>
      <p:sp>
        <p:nvSpPr>
          <p:cNvPr id="12" name="Text 10"/>
          <p:cNvSpPr/>
          <p:nvPr/>
        </p:nvSpPr>
        <p:spPr>
          <a:xfrm>
            <a:off x="3806383" y="1471176"/>
            <a:ext cx="1554480" cy="548640"/>
          </a:xfrm>
          <a:prstGeom prst="rect">
            <a:avLst/>
          </a:prstGeom>
          <a:noFill/>
          <a:ln/>
        </p:spPr>
        <p:txBody>
          <a:bodyPr wrap="square" rtlCol="0" anchor="ctr"/>
          <a:lstStyle/>
          <a:p>
            <a:pPr marL="0" indent="0" algn="ctr">
              <a:buNone/>
            </a:pPr>
            <a:r>
              <a:rPr lang="en-US" sz="800" b="1" dirty="0">
                <a:solidFill>
                  <a:srgbClr val="10375C"/>
                </a:solidFill>
              </a:rPr>
              <a:t>Feature Vector</a:t>
            </a:r>
            <a:endParaRPr lang="en-US" sz="800" dirty="0"/>
          </a:p>
        </p:txBody>
      </p:sp>
      <p:sp>
        <p:nvSpPr>
          <p:cNvPr id="13" name="Shape 11"/>
          <p:cNvSpPr/>
          <p:nvPr/>
        </p:nvSpPr>
        <p:spPr>
          <a:xfrm>
            <a:off x="5360863" y="1699776"/>
            <a:ext cx="365760" cy="182880"/>
          </a:xfrm>
          <a:prstGeom prst="rightArrow">
            <a:avLst/>
          </a:prstGeom>
          <a:solidFill>
            <a:srgbClr val="20B38E"/>
          </a:solidFill>
          <a:ln w="12700">
            <a:solidFill>
              <a:srgbClr val="20B38E"/>
            </a:solidFill>
            <a:prstDash val="solid"/>
          </a:ln>
        </p:spPr>
        <p:txBody>
          <a:bodyPr/>
          <a:lstStyle/>
          <a:p>
            <a:endParaRPr/>
          </a:p>
        </p:txBody>
      </p:sp>
      <p:sp>
        <p:nvSpPr>
          <p:cNvPr id="14" name="Shape 12"/>
          <p:cNvSpPr/>
          <p:nvPr/>
        </p:nvSpPr>
        <p:spPr>
          <a:xfrm>
            <a:off x="5726623" y="1471176"/>
            <a:ext cx="1554480" cy="548640"/>
          </a:xfrm>
          <a:prstGeom prst="roundRect">
            <a:avLst>
              <a:gd name="adj" fmla="val 16667"/>
            </a:avLst>
          </a:prstGeom>
          <a:solidFill>
            <a:srgbClr val="E1F3EF"/>
          </a:solidFill>
          <a:ln w="12700">
            <a:solidFill>
              <a:srgbClr val="10375C"/>
            </a:solidFill>
            <a:prstDash val="solid"/>
          </a:ln>
        </p:spPr>
        <p:txBody>
          <a:bodyPr/>
          <a:lstStyle/>
          <a:p>
            <a:endParaRPr/>
          </a:p>
        </p:txBody>
      </p:sp>
      <p:sp>
        <p:nvSpPr>
          <p:cNvPr id="15" name="Text 13"/>
          <p:cNvSpPr/>
          <p:nvPr/>
        </p:nvSpPr>
        <p:spPr>
          <a:xfrm>
            <a:off x="5726623" y="1471176"/>
            <a:ext cx="1554480" cy="548640"/>
          </a:xfrm>
          <a:prstGeom prst="rect">
            <a:avLst/>
          </a:prstGeom>
          <a:noFill/>
          <a:ln/>
        </p:spPr>
        <p:txBody>
          <a:bodyPr wrap="square" rtlCol="0" anchor="ctr"/>
          <a:lstStyle/>
          <a:p>
            <a:pPr marL="0" indent="0" algn="ctr">
              <a:buNone/>
            </a:pPr>
            <a:r>
              <a:rPr lang="en-US" sz="900" b="1" dirty="0">
                <a:solidFill>
                  <a:srgbClr val="10375C"/>
                </a:solidFill>
              </a:rPr>
              <a:t>Logistic Reg.</a:t>
            </a:r>
            <a:endParaRPr lang="en-US" sz="900" dirty="0"/>
          </a:p>
        </p:txBody>
      </p:sp>
      <p:sp>
        <p:nvSpPr>
          <p:cNvPr id="16" name="Shape 14"/>
          <p:cNvSpPr/>
          <p:nvPr/>
        </p:nvSpPr>
        <p:spPr>
          <a:xfrm>
            <a:off x="7281103" y="1699776"/>
            <a:ext cx="365760" cy="182880"/>
          </a:xfrm>
          <a:prstGeom prst="rightArrow">
            <a:avLst/>
          </a:prstGeom>
          <a:solidFill>
            <a:srgbClr val="20B38E"/>
          </a:solidFill>
          <a:ln w="12700">
            <a:solidFill>
              <a:srgbClr val="20B38E"/>
            </a:solidFill>
            <a:prstDash val="solid"/>
          </a:ln>
        </p:spPr>
        <p:txBody>
          <a:bodyPr/>
          <a:lstStyle/>
          <a:p>
            <a:endParaRPr/>
          </a:p>
        </p:txBody>
      </p:sp>
      <p:sp>
        <p:nvSpPr>
          <p:cNvPr id="17" name="Shape 15"/>
          <p:cNvSpPr/>
          <p:nvPr/>
        </p:nvSpPr>
        <p:spPr>
          <a:xfrm>
            <a:off x="7646863" y="1471176"/>
            <a:ext cx="1371600" cy="548640"/>
          </a:xfrm>
          <a:prstGeom prst="roundRect">
            <a:avLst>
              <a:gd name="adj" fmla="val 16667"/>
            </a:avLst>
          </a:prstGeom>
          <a:solidFill>
            <a:srgbClr val="E1F3EF"/>
          </a:solidFill>
          <a:ln w="12700">
            <a:solidFill>
              <a:srgbClr val="10375C"/>
            </a:solidFill>
            <a:prstDash val="solid"/>
          </a:ln>
        </p:spPr>
        <p:txBody>
          <a:bodyPr/>
          <a:lstStyle/>
          <a:p>
            <a:endParaRPr/>
          </a:p>
        </p:txBody>
      </p:sp>
      <p:sp>
        <p:nvSpPr>
          <p:cNvPr id="18" name="Text 16"/>
          <p:cNvSpPr/>
          <p:nvPr/>
        </p:nvSpPr>
        <p:spPr>
          <a:xfrm>
            <a:off x="7646863" y="1471176"/>
            <a:ext cx="1371600" cy="548640"/>
          </a:xfrm>
          <a:prstGeom prst="rect">
            <a:avLst/>
          </a:prstGeom>
          <a:noFill/>
          <a:ln/>
        </p:spPr>
        <p:txBody>
          <a:bodyPr wrap="square" rtlCol="0" anchor="ctr"/>
          <a:lstStyle/>
          <a:p>
            <a:pPr marL="0" indent="0" algn="ctr">
              <a:buNone/>
            </a:pPr>
            <a:r>
              <a:rPr lang="en-US" sz="900" b="1" dirty="0">
                <a:solidFill>
                  <a:srgbClr val="10375C"/>
                </a:solidFill>
              </a:rPr>
              <a:t>6 Classes</a:t>
            </a:r>
            <a:endParaRPr lang="en-US" sz="9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8F9FA"/>
        </a:solidFill>
        <a:effectLst/>
      </p:bgPr>
    </p:bg>
    <p:spTree>
      <p:nvGrpSpPr>
        <p:cNvPr id="1" name=""/>
        <p:cNvGrpSpPr/>
        <p:nvPr/>
      </p:nvGrpSpPr>
      <p:grpSpPr>
        <a:xfrm>
          <a:off x="0" y="0"/>
          <a:ext cx="0" cy="0"/>
          <a:chOff x="0" y="0"/>
          <a:chExt cx="0" cy="0"/>
        </a:xfrm>
      </p:grpSpPr>
      <p:sp>
        <p:nvSpPr>
          <p:cNvPr id="2" name="Shape 0"/>
          <p:cNvSpPr/>
          <p:nvPr/>
        </p:nvSpPr>
        <p:spPr>
          <a:xfrm>
            <a:off x="0" y="0"/>
            <a:ext cx="9144000" cy="548640"/>
          </a:xfrm>
          <a:prstGeom prst="rect">
            <a:avLst/>
          </a:prstGeom>
          <a:solidFill>
            <a:srgbClr val="10375C"/>
          </a:solidFill>
          <a:ln w="12700">
            <a:solidFill>
              <a:srgbClr val="10375C"/>
            </a:solidFill>
            <a:prstDash val="solid"/>
          </a:ln>
        </p:spPr>
        <p:txBody>
          <a:bodyPr/>
          <a:lstStyle/>
          <a:p>
            <a:endParaRPr/>
          </a:p>
        </p:txBody>
      </p:sp>
      <p:sp>
        <p:nvSpPr>
          <p:cNvPr id="3" name="Text 1"/>
          <p:cNvSpPr/>
          <p:nvPr/>
        </p:nvSpPr>
        <p:spPr>
          <a:xfrm>
            <a:off x="457200" y="91440"/>
            <a:ext cx="8229600" cy="365760"/>
          </a:xfrm>
          <a:prstGeom prst="rect">
            <a:avLst/>
          </a:prstGeom>
          <a:noFill/>
          <a:ln/>
        </p:spPr>
        <p:txBody>
          <a:bodyPr wrap="square" rtlCol="0" anchor="ctr"/>
          <a:lstStyle/>
          <a:p>
            <a:pPr marL="0" indent="0">
              <a:buNone/>
            </a:pPr>
            <a:r>
              <a:rPr lang="en-US" sz="2000" b="1" dirty="0">
                <a:solidFill>
                  <a:srgbClr val="FFFFFF"/>
                </a:solidFill>
              </a:rPr>
              <a:t>Evaluation &amp; Findings</a:t>
            </a:r>
            <a:endParaRPr lang="en-US" sz="2000" dirty="0"/>
          </a:p>
        </p:txBody>
      </p:sp>
      <p:sp>
        <p:nvSpPr>
          <p:cNvPr id="4" name="Text 2"/>
          <p:cNvSpPr/>
          <p:nvPr/>
        </p:nvSpPr>
        <p:spPr>
          <a:xfrm>
            <a:off x="457200" y="1134476"/>
            <a:ext cx="4389120" cy="1724961"/>
          </a:xfrm>
          <a:prstGeom prst="rect">
            <a:avLst/>
          </a:prstGeom>
          <a:noFill/>
          <a:ln/>
        </p:spPr>
        <p:txBody>
          <a:bodyPr wrap="square" rtlCol="0" anchor="t"/>
          <a:lstStyle/>
          <a:p>
            <a:pPr marL="0" indent="0">
              <a:buNone/>
            </a:pPr>
            <a:r>
              <a:rPr lang="en-US" sz="1600" b="1" dirty="0">
                <a:solidFill>
                  <a:srgbClr val="10375C"/>
                </a:solidFill>
              </a:rPr>
              <a:t>Performance Summary
</a:t>
            </a:r>
            <a:r>
              <a:rPr lang="en-US" sz="1200" dirty="0">
                <a:solidFill>
                  <a:srgbClr val="0F253A"/>
                </a:solidFill>
              </a:rPr>
              <a:t>• Overall accuracy: Baseline 0.87, Improved 0.88, Hybrid 0.89.
• Precision/Recall: Cardboard 0.96/0.90; Glass 0.82/0.89; Trash 0.77/1.00.
• Hybrid model slightly improves macro precision and recall.
• Misclassifications: shiny plastic vs glass, mixed materials, unusual angles.</a:t>
            </a:r>
            <a:endParaRPr lang="en-US" sz="1600" dirty="0"/>
          </a:p>
        </p:txBody>
      </p:sp>
      <p:pic>
        <p:nvPicPr>
          <p:cNvPr id="5" name="Image 0" descr="preencoded.png"/>
          <p:cNvPicPr>
            <a:picLocks noChangeAspect="1"/>
          </p:cNvPicPr>
          <p:nvPr/>
        </p:nvPicPr>
        <p:blipFill>
          <a:blip r:embed="rId3"/>
          <a:srcRect/>
          <a:stretch/>
        </p:blipFill>
        <p:spPr>
          <a:xfrm>
            <a:off x="5025325" y="1544406"/>
            <a:ext cx="3482469" cy="2487478"/>
          </a:xfrm>
          <a:prstGeom prst="rect">
            <a:avLst/>
          </a:prstGeom>
        </p:spPr>
      </p:pic>
      <p:sp>
        <p:nvSpPr>
          <p:cNvPr id="6" name="Text 3"/>
          <p:cNvSpPr/>
          <p:nvPr/>
        </p:nvSpPr>
        <p:spPr>
          <a:xfrm>
            <a:off x="4846320" y="1134476"/>
            <a:ext cx="3840480" cy="274320"/>
          </a:xfrm>
          <a:prstGeom prst="rect">
            <a:avLst/>
          </a:prstGeom>
          <a:noFill/>
          <a:ln/>
        </p:spPr>
        <p:txBody>
          <a:bodyPr wrap="square" rtlCol="0" anchor="ctr"/>
          <a:lstStyle/>
          <a:p>
            <a:pPr marL="0" indent="0">
              <a:buNone/>
            </a:pPr>
            <a:r>
              <a:rPr lang="en-US" sz="1400" b="1" dirty="0">
                <a:solidFill>
                  <a:srgbClr val="10375C"/>
                </a:solidFill>
              </a:rPr>
              <a:t>Confusion Matrix (Improved)</a:t>
            </a:r>
            <a:endParaRPr lang="en-US" sz="1400" dirty="0"/>
          </a:p>
        </p:txBody>
      </p:sp>
      <p:graphicFrame>
        <p:nvGraphicFramePr>
          <p:cNvPr id="9" name="Table 0"/>
          <p:cNvGraphicFramePr>
            <a:graphicFrameLocks noGrp="1"/>
          </p:cNvGraphicFramePr>
          <p:nvPr>
            <p:extLst>
              <p:ext uri="{D42A27DB-BD31-4B8C-83A1-F6EECF244321}">
                <p14:modId xmlns:p14="http://schemas.microsoft.com/office/powerpoint/2010/main" val="3625568329"/>
              </p:ext>
            </p:extLst>
          </p:nvPr>
        </p:nvGraphicFramePr>
        <p:xfrm>
          <a:off x="457200" y="2859437"/>
          <a:ext cx="4389120" cy="1127760"/>
        </p:xfrm>
        <a:graphic>
          <a:graphicData uri="http://schemas.openxmlformats.org/drawingml/2006/table">
            <a:tbl>
              <a:tblPr/>
              <a:tblGrid>
                <a:gridCol w="1371600">
                  <a:extLst>
                    <a:ext uri="{9D8B030D-6E8A-4147-A177-3AD203B41FA5}">
                      <a16:colId xmlns:a16="http://schemas.microsoft.com/office/drawing/2014/main" val="20000"/>
                    </a:ext>
                  </a:extLst>
                </a:gridCol>
                <a:gridCol w="1005840">
                  <a:extLst>
                    <a:ext uri="{9D8B030D-6E8A-4147-A177-3AD203B41FA5}">
                      <a16:colId xmlns:a16="http://schemas.microsoft.com/office/drawing/2014/main" val="20001"/>
                    </a:ext>
                  </a:extLst>
                </a:gridCol>
                <a:gridCol w="1005840">
                  <a:extLst>
                    <a:ext uri="{9D8B030D-6E8A-4147-A177-3AD203B41FA5}">
                      <a16:colId xmlns:a16="http://schemas.microsoft.com/office/drawing/2014/main" val="20002"/>
                    </a:ext>
                  </a:extLst>
                </a:gridCol>
                <a:gridCol w="1005840">
                  <a:extLst>
                    <a:ext uri="{9D8B030D-6E8A-4147-A177-3AD203B41FA5}">
                      <a16:colId xmlns:a16="http://schemas.microsoft.com/office/drawing/2014/main" val="20003"/>
                    </a:ext>
                  </a:extLst>
                </a:gridCol>
              </a:tblGrid>
              <a:tr h="274320">
                <a:tc>
                  <a:txBody>
                    <a:bodyPr/>
                    <a:lstStyle/>
                    <a:p>
                      <a:pPr marL="0" indent="0">
                        <a:buNone/>
                      </a:pPr>
                      <a:r>
                        <a:rPr lang="en-US" sz="1000" b="1" dirty="0">
                          <a:solidFill>
                            <a:srgbClr val="FFFFFF"/>
                          </a:solidFill>
                        </a:rPr>
                        <a:t>Model</a:t>
                      </a:r>
                      <a:endParaRPr lang="en-US" sz="1000" dirty="0"/>
                    </a:p>
                  </a:txBody>
                  <a:tcPr anchor="ctr">
                    <a:lnL w="6350" cap="flat" cmpd="sng" algn="ctr">
                      <a:solidFill>
                        <a:srgbClr val="10375C"/>
                      </a:solidFill>
                      <a:prstDash val="solid"/>
                      <a:round/>
                      <a:headEnd type="none" w="med" len="med"/>
                      <a:tailEnd type="none" w="med" len="med"/>
                    </a:lnL>
                    <a:lnR w="6350" cap="flat" cmpd="sng" algn="ctr">
                      <a:solidFill>
                        <a:srgbClr val="10375C"/>
                      </a:solidFill>
                      <a:prstDash val="solid"/>
                      <a:round/>
                      <a:headEnd type="none" w="med" len="med"/>
                      <a:tailEnd type="none" w="med" len="med"/>
                    </a:lnR>
                    <a:lnT w="6350" cap="flat" cmpd="sng" algn="ctr">
                      <a:solidFill>
                        <a:srgbClr val="10375C"/>
                      </a:solidFill>
                      <a:prstDash val="solid"/>
                      <a:round/>
                      <a:headEnd type="none" w="med" len="med"/>
                      <a:tailEnd type="none" w="med" len="med"/>
                    </a:lnT>
                    <a:lnB w="6350" cap="flat" cmpd="sng" algn="ctr">
                      <a:solidFill>
                        <a:srgbClr val="10375C"/>
                      </a:solidFill>
                      <a:prstDash val="solid"/>
                      <a:round/>
                      <a:headEnd type="none" w="med" len="med"/>
                      <a:tailEnd type="none" w="med" len="med"/>
                    </a:lnB>
                    <a:solidFill>
                      <a:srgbClr val="10375C"/>
                    </a:solidFill>
                  </a:tcPr>
                </a:tc>
                <a:tc>
                  <a:txBody>
                    <a:bodyPr/>
                    <a:lstStyle/>
                    <a:p>
                      <a:pPr marL="0" indent="0">
                        <a:buNone/>
                      </a:pPr>
                      <a:r>
                        <a:rPr lang="en-US" sz="1000" b="1" dirty="0">
                          <a:solidFill>
                            <a:srgbClr val="FFFFFF"/>
                          </a:solidFill>
                        </a:rPr>
                        <a:t>Accuracy</a:t>
                      </a:r>
                      <a:endParaRPr lang="en-US" sz="1000" dirty="0"/>
                    </a:p>
                  </a:txBody>
                  <a:tcPr anchor="ctr">
                    <a:lnL w="6350" cap="flat" cmpd="sng" algn="ctr">
                      <a:solidFill>
                        <a:srgbClr val="10375C"/>
                      </a:solidFill>
                      <a:prstDash val="solid"/>
                      <a:round/>
                      <a:headEnd type="none" w="med" len="med"/>
                      <a:tailEnd type="none" w="med" len="med"/>
                    </a:lnL>
                    <a:lnR w="6350" cap="flat" cmpd="sng" algn="ctr">
                      <a:solidFill>
                        <a:srgbClr val="10375C"/>
                      </a:solidFill>
                      <a:prstDash val="solid"/>
                      <a:round/>
                      <a:headEnd type="none" w="med" len="med"/>
                      <a:tailEnd type="none" w="med" len="med"/>
                    </a:lnR>
                    <a:lnT w="6350" cap="flat" cmpd="sng" algn="ctr">
                      <a:solidFill>
                        <a:srgbClr val="10375C"/>
                      </a:solidFill>
                      <a:prstDash val="solid"/>
                      <a:round/>
                      <a:headEnd type="none" w="med" len="med"/>
                      <a:tailEnd type="none" w="med" len="med"/>
                    </a:lnT>
                    <a:lnB w="6350" cap="flat" cmpd="sng" algn="ctr">
                      <a:solidFill>
                        <a:srgbClr val="10375C"/>
                      </a:solidFill>
                      <a:prstDash val="solid"/>
                      <a:round/>
                      <a:headEnd type="none" w="med" len="med"/>
                      <a:tailEnd type="none" w="med" len="med"/>
                    </a:lnB>
                    <a:solidFill>
                      <a:srgbClr val="10375C"/>
                    </a:solidFill>
                  </a:tcPr>
                </a:tc>
                <a:tc>
                  <a:txBody>
                    <a:bodyPr/>
                    <a:lstStyle/>
                    <a:p>
                      <a:pPr marL="0" indent="0">
                        <a:buNone/>
                      </a:pPr>
                      <a:r>
                        <a:rPr lang="en-US" sz="1000" b="1" dirty="0">
                          <a:solidFill>
                            <a:srgbClr val="FFFFFF"/>
                          </a:solidFill>
                        </a:rPr>
                        <a:t>Macro Precision</a:t>
                      </a:r>
                      <a:endParaRPr lang="en-US" sz="1000" dirty="0"/>
                    </a:p>
                  </a:txBody>
                  <a:tcPr anchor="ctr">
                    <a:lnL w="6350" cap="flat" cmpd="sng" algn="ctr">
                      <a:solidFill>
                        <a:srgbClr val="10375C"/>
                      </a:solidFill>
                      <a:prstDash val="solid"/>
                      <a:round/>
                      <a:headEnd type="none" w="med" len="med"/>
                      <a:tailEnd type="none" w="med" len="med"/>
                    </a:lnL>
                    <a:lnR w="6350" cap="flat" cmpd="sng" algn="ctr">
                      <a:solidFill>
                        <a:srgbClr val="10375C"/>
                      </a:solidFill>
                      <a:prstDash val="solid"/>
                      <a:round/>
                      <a:headEnd type="none" w="med" len="med"/>
                      <a:tailEnd type="none" w="med" len="med"/>
                    </a:lnR>
                    <a:lnT w="6350" cap="flat" cmpd="sng" algn="ctr">
                      <a:solidFill>
                        <a:srgbClr val="10375C"/>
                      </a:solidFill>
                      <a:prstDash val="solid"/>
                      <a:round/>
                      <a:headEnd type="none" w="med" len="med"/>
                      <a:tailEnd type="none" w="med" len="med"/>
                    </a:lnT>
                    <a:lnB w="6350" cap="flat" cmpd="sng" algn="ctr">
                      <a:solidFill>
                        <a:srgbClr val="10375C"/>
                      </a:solidFill>
                      <a:prstDash val="solid"/>
                      <a:round/>
                      <a:headEnd type="none" w="med" len="med"/>
                      <a:tailEnd type="none" w="med" len="med"/>
                    </a:lnB>
                    <a:solidFill>
                      <a:srgbClr val="10375C"/>
                    </a:solidFill>
                  </a:tcPr>
                </a:tc>
                <a:tc>
                  <a:txBody>
                    <a:bodyPr/>
                    <a:lstStyle/>
                    <a:p>
                      <a:pPr marL="0" indent="0">
                        <a:buNone/>
                      </a:pPr>
                      <a:r>
                        <a:rPr lang="en-US" sz="1000" b="1" dirty="0">
                          <a:solidFill>
                            <a:srgbClr val="FFFFFF"/>
                          </a:solidFill>
                        </a:rPr>
                        <a:t>Macro Recall</a:t>
                      </a:r>
                      <a:endParaRPr lang="en-US" sz="1000" dirty="0"/>
                    </a:p>
                  </a:txBody>
                  <a:tcPr anchor="ctr">
                    <a:lnL w="6350" cap="flat" cmpd="sng" algn="ctr">
                      <a:solidFill>
                        <a:srgbClr val="10375C"/>
                      </a:solidFill>
                      <a:prstDash val="solid"/>
                      <a:round/>
                      <a:headEnd type="none" w="med" len="med"/>
                      <a:tailEnd type="none" w="med" len="med"/>
                    </a:lnL>
                    <a:lnR w="6350" cap="flat" cmpd="sng" algn="ctr">
                      <a:solidFill>
                        <a:srgbClr val="10375C"/>
                      </a:solidFill>
                      <a:prstDash val="solid"/>
                      <a:round/>
                      <a:headEnd type="none" w="med" len="med"/>
                      <a:tailEnd type="none" w="med" len="med"/>
                    </a:lnR>
                    <a:lnT w="6350" cap="flat" cmpd="sng" algn="ctr">
                      <a:solidFill>
                        <a:srgbClr val="10375C"/>
                      </a:solidFill>
                      <a:prstDash val="solid"/>
                      <a:round/>
                      <a:headEnd type="none" w="med" len="med"/>
                      <a:tailEnd type="none" w="med" len="med"/>
                    </a:lnT>
                    <a:lnB w="6350" cap="flat" cmpd="sng" algn="ctr">
                      <a:solidFill>
                        <a:srgbClr val="10375C"/>
                      </a:solidFill>
                      <a:prstDash val="solid"/>
                      <a:round/>
                      <a:headEnd type="none" w="med" len="med"/>
                      <a:tailEnd type="none" w="med" len="med"/>
                    </a:lnB>
                    <a:solidFill>
                      <a:srgbClr val="10375C"/>
                    </a:solidFill>
                  </a:tcPr>
                </a:tc>
                <a:extLst>
                  <a:ext uri="{0D108BD9-81ED-4DB2-BD59-A6C34878D82A}">
                    <a16:rowId xmlns:a16="http://schemas.microsoft.com/office/drawing/2014/main" val="10000"/>
                  </a:ext>
                </a:extLst>
              </a:tr>
              <a:tr h="228600">
                <a:tc>
                  <a:txBody>
                    <a:bodyPr/>
                    <a:lstStyle/>
                    <a:p>
                      <a:pPr marL="0" indent="0">
                        <a:buNone/>
                      </a:pPr>
                      <a:r>
                        <a:rPr lang="en-US" sz="1000" dirty="0">
                          <a:solidFill>
                            <a:srgbClr val="0F253A"/>
                          </a:solidFill>
                        </a:rPr>
                        <a:t>Baseline</a:t>
                      </a:r>
                      <a:endParaRPr lang="en-US" sz="1000" dirty="0"/>
                    </a:p>
                  </a:txBody>
                  <a:tcPr anchor="ctr">
                    <a:lnL w="6350" cap="flat" cmpd="sng" algn="ctr">
                      <a:solidFill>
                        <a:srgbClr val="10375C"/>
                      </a:solidFill>
                      <a:prstDash val="solid"/>
                      <a:round/>
                      <a:headEnd type="none" w="med" len="med"/>
                      <a:tailEnd type="none" w="med" len="med"/>
                    </a:lnL>
                    <a:lnR w="6350" cap="flat" cmpd="sng" algn="ctr">
                      <a:solidFill>
                        <a:srgbClr val="10375C"/>
                      </a:solidFill>
                      <a:prstDash val="solid"/>
                      <a:round/>
                      <a:headEnd type="none" w="med" len="med"/>
                      <a:tailEnd type="none" w="med" len="med"/>
                    </a:lnR>
                    <a:lnT w="6350" cap="flat" cmpd="sng" algn="ctr">
                      <a:solidFill>
                        <a:srgbClr val="10375C"/>
                      </a:solidFill>
                      <a:prstDash val="solid"/>
                      <a:round/>
                      <a:headEnd type="none" w="med" len="med"/>
                      <a:tailEnd type="none" w="med" len="med"/>
                    </a:lnT>
                    <a:lnB w="6350" cap="flat" cmpd="sng" algn="ctr">
                      <a:solidFill>
                        <a:srgbClr val="10375C"/>
                      </a:solidFill>
                      <a:prstDash val="solid"/>
                      <a:round/>
                      <a:headEnd type="none" w="med" len="med"/>
                      <a:tailEnd type="none" w="med" len="med"/>
                    </a:lnB>
                    <a:solidFill>
                      <a:srgbClr val="E1F3EF"/>
                    </a:solidFill>
                  </a:tcPr>
                </a:tc>
                <a:tc>
                  <a:txBody>
                    <a:bodyPr/>
                    <a:lstStyle/>
                    <a:p>
                      <a:pPr marL="0" indent="0">
                        <a:buNone/>
                      </a:pPr>
                      <a:r>
                        <a:rPr lang="en-US" sz="1000" dirty="0">
                          <a:solidFill>
                            <a:srgbClr val="0F253A"/>
                          </a:solidFill>
                        </a:rPr>
                        <a:t>0.87</a:t>
                      </a:r>
                      <a:endParaRPr lang="en-US" sz="1000" dirty="0"/>
                    </a:p>
                  </a:txBody>
                  <a:tcPr anchor="ctr">
                    <a:lnL w="6350" cap="flat" cmpd="sng" algn="ctr">
                      <a:solidFill>
                        <a:srgbClr val="10375C"/>
                      </a:solidFill>
                      <a:prstDash val="solid"/>
                      <a:round/>
                      <a:headEnd type="none" w="med" len="med"/>
                      <a:tailEnd type="none" w="med" len="med"/>
                    </a:lnL>
                    <a:lnR w="6350" cap="flat" cmpd="sng" algn="ctr">
                      <a:solidFill>
                        <a:srgbClr val="10375C"/>
                      </a:solidFill>
                      <a:prstDash val="solid"/>
                      <a:round/>
                      <a:headEnd type="none" w="med" len="med"/>
                      <a:tailEnd type="none" w="med" len="med"/>
                    </a:lnR>
                    <a:lnT w="6350" cap="flat" cmpd="sng" algn="ctr">
                      <a:solidFill>
                        <a:srgbClr val="10375C"/>
                      </a:solidFill>
                      <a:prstDash val="solid"/>
                      <a:round/>
                      <a:headEnd type="none" w="med" len="med"/>
                      <a:tailEnd type="none" w="med" len="med"/>
                    </a:lnT>
                    <a:lnB w="6350" cap="flat" cmpd="sng" algn="ctr">
                      <a:solidFill>
                        <a:srgbClr val="10375C"/>
                      </a:solidFill>
                      <a:prstDash val="solid"/>
                      <a:round/>
                      <a:headEnd type="none" w="med" len="med"/>
                      <a:tailEnd type="none" w="med" len="med"/>
                    </a:lnB>
                  </a:tcPr>
                </a:tc>
                <a:tc>
                  <a:txBody>
                    <a:bodyPr/>
                    <a:lstStyle/>
                    <a:p>
                      <a:pPr marL="0" indent="0">
                        <a:buNone/>
                      </a:pPr>
                      <a:r>
                        <a:rPr lang="en-US" sz="1000" dirty="0">
                          <a:solidFill>
                            <a:srgbClr val="0F253A"/>
                          </a:solidFill>
                        </a:rPr>
                        <a:t>0.87</a:t>
                      </a:r>
                      <a:endParaRPr lang="en-US" sz="1000" dirty="0"/>
                    </a:p>
                  </a:txBody>
                  <a:tcPr anchor="ctr">
                    <a:lnL w="6350" cap="flat" cmpd="sng" algn="ctr">
                      <a:solidFill>
                        <a:srgbClr val="10375C"/>
                      </a:solidFill>
                      <a:prstDash val="solid"/>
                      <a:round/>
                      <a:headEnd type="none" w="med" len="med"/>
                      <a:tailEnd type="none" w="med" len="med"/>
                    </a:lnL>
                    <a:lnR w="6350" cap="flat" cmpd="sng" algn="ctr">
                      <a:solidFill>
                        <a:srgbClr val="10375C"/>
                      </a:solidFill>
                      <a:prstDash val="solid"/>
                      <a:round/>
                      <a:headEnd type="none" w="med" len="med"/>
                      <a:tailEnd type="none" w="med" len="med"/>
                    </a:lnR>
                    <a:lnT w="6350" cap="flat" cmpd="sng" algn="ctr">
                      <a:solidFill>
                        <a:srgbClr val="10375C"/>
                      </a:solidFill>
                      <a:prstDash val="solid"/>
                      <a:round/>
                      <a:headEnd type="none" w="med" len="med"/>
                      <a:tailEnd type="none" w="med" len="med"/>
                    </a:lnT>
                    <a:lnB w="6350" cap="flat" cmpd="sng" algn="ctr">
                      <a:solidFill>
                        <a:srgbClr val="10375C"/>
                      </a:solidFill>
                      <a:prstDash val="solid"/>
                      <a:round/>
                      <a:headEnd type="none" w="med" len="med"/>
                      <a:tailEnd type="none" w="med" len="med"/>
                    </a:lnB>
                  </a:tcPr>
                </a:tc>
                <a:tc>
                  <a:txBody>
                    <a:bodyPr/>
                    <a:lstStyle/>
                    <a:p>
                      <a:pPr marL="0" indent="0">
                        <a:buNone/>
                      </a:pPr>
                      <a:r>
                        <a:rPr lang="en-US" sz="1000" dirty="0">
                          <a:solidFill>
                            <a:srgbClr val="0F253A"/>
                          </a:solidFill>
                        </a:rPr>
                        <a:t>0.89</a:t>
                      </a:r>
                      <a:endParaRPr lang="en-US" sz="1000" dirty="0"/>
                    </a:p>
                  </a:txBody>
                  <a:tcPr anchor="ctr">
                    <a:lnL w="6350" cap="flat" cmpd="sng" algn="ctr">
                      <a:solidFill>
                        <a:srgbClr val="10375C"/>
                      </a:solidFill>
                      <a:prstDash val="solid"/>
                      <a:round/>
                      <a:headEnd type="none" w="med" len="med"/>
                      <a:tailEnd type="none" w="med" len="med"/>
                    </a:lnL>
                    <a:lnR w="6350" cap="flat" cmpd="sng" algn="ctr">
                      <a:solidFill>
                        <a:srgbClr val="10375C"/>
                      </a:solidFill>
                      <a:prstDash val="solid"/>
                      <a:round/>
                      <a:headEnd type="none" w="med" len="med"/>
                      <a:tailEnd type="none" w="med" len="med"/>
                    </a:lnR>
                    <a:lnT w="6350" cap="flat" cmpd="sng" algn="ctr">
                      <a:solidFill>
                        <a:srgbClr val="10375C"/>
                      </a:solidFill>
                      <a:prstDash val="solid"/>
                      <a:round/>
                      <a:headEnd type="none" w="med" len="med"/>
                      <a:tailEnd type="none" w="med" len="med"/>
                    </a:lnT>
                    <a:lnB w="6350" cap="flat" cmpd="sng" algn="ctr">
                      <a:solidFill>
                        <a:srgbClr val="10375C"/>
                      </a:solidFill>
                      <a:prstDash val="solid"/>
                      <a:round/>
                      <a:headEnd type="none" w="med" len="med"/>
                      <a:tailEnd type="none" w="med" len="med"/>
                    </a:lnB>
                  </a:tcPr>
                </a:tc>
                <a:extLst>
                  <a:ext uri="{0D108BD9-81ED-4DB2-BD59-A6C34878D82A}">
                    <a16:rowId xmlns:a16="http://schemas.microsoft.com/office/drawing/2014/main" val="10001"/>
                  </a:ext>
                </a:extLst>
              </a:tr>
              <a:tr h="228600">
                <a:tc>
                  <a:txBody>
                    <a:bodyPr/>
                    <a:lstStyle/>
                    <a:p>
                      <a:pPr marL="0" indent="0">
                        <a:buNone/>
                      </a:pPr>
                      <a:r>
                        <a:rPr lang="en-US" sz="1000" dirty="0">
                          <a:solidFill>
                            <a:srgbClr val="0F253A"/>
                          </a:solidFill>
                        </a:rPr>
                        <a:t>Improved</a:t>
                      </a:r>
                      <a:endParaRPr lang="en-US" sz="1000" dirty="0"/>
                    </a:p>
                  </a:txBody>
                  <a:tcPr anchor="ctr">
                    <a:lnL w="6350" cap="flat" cmpd="sng" algn="ctr">
                      <a:solidFill>
                        <a:srgbClr val="10375C"/>
                      </a:solidFill>
                      <a:prstDash val="solid"/>
                      <a:round/>
                      <a:headEnd type="none" w="med" len="med"/>
                      <a:tailEnd type="none" w="med" len="med"/>
                    </a:lnL>
                    <a:lnR w="6350" cap="flat" cmpd="sng" algn="ctr">
                      <a:solidFill>
                        <a:srgbClr val="10375C"/>
                      </a:solidFill>
                      <a:prstDash val="solid"/>
                      <a:round/>
                      <a:headEnd type="none" w="med" len="med"/>
                      <a:tailEnd type="none" w="med" len="med"/>
                    </a:lnR>
                    <a:lnT w="6350" cap="flat" cmpd="sng" algn="ctr">
                      <a:solidFill>
                        <a:srgbClr val="10375C"/>
                      </a:solidFill>
                      <a:prstDash val="solid"/>
                      <a:round/>
                      <a:headEnd type="none" w="med" len="med"/>
                      <a:tailEnd type="none" w="med" len="med"/>
                    </a:lnT>
                    <a:lnB w="6350" cap="flat" cmpd="sng" algn="ctr">
                      <a:solidFill>
                        <a:srgbClr val="10375C"/>
                      </a:solidFill>
                      <a:prstDash val="solid"/>
                      <a:round/>
                      <a:headEnd type="none" w="med" len="med"/>
                      <a:tailEnd type="none" w="med" len="med"/>
                    </a:lnB>
                    <a:solidFill>
                      <a:srgbClr val="E1F3EF"/>
                    </a:solidFill>
                  </a:tcPr>
                </a:tc>
                <a:tc>
                  <a:txBody>
                    <a:bodyPr/>
                    <a:lstStyle/>
                    <a:p>
                      <a:pPr marL="0" indent="0">
                        <a:buNone/>
                      </a:pPr>
                      <a:r>
                        <a:rPr lang="en-US" sz="1000" dirty="0">
                          <a:solidFill>
                            <a:srgbClr val="0F253A"/>
                          </a:solidFill>
                        </a:rPr>
                        <a:t>0.88</a:t>
                      </a:r>
                      <a:endParaRPr lang="en-US" sz="1000" dirty="0"/>
                    </a:p>
                  </a:txBody>
                  <a:tcPr anchor="ctr">
                    <a:lnL w="6350" cap="flat" cmpd="sng" algn="ctr">
                      <a:solidFill>
                        <a:srgbClr val="10375C"/>
                      </a:solidFill>
                      <a:prstDash val="solid"/>
                      <a:round/>
                      <a:headEnd type="none" w="med" len="med"/>
                      <a:tailEnd type="none" w="med" len="med"/>
                    </a:lnL>
                    <a:lnR w="6350" cap="flat" cmpd="sng" algn="ctr">
                      <a:solidFill>
                        <a:srgbClr val="10375C"/>
                      </a:solidFill>
                      <a:prstDash val="solid"/>
                      <a:round/>
                      <a:headEnd type="none" w="med" len="med"/>
                      <a:tailEnd type="none" w="med" len="med"/>
                    </a:lnR>
                    <a:lnT w="6350" cap="flat" cmpd="sng" algn="ctr">
                      <a:solidFill>
                        <a:srgbClr val="10375C"/>
                      </a:solidFill>
                      <a:prstDash val="solid"/>
                      <a:round/>
                      <a:headEnd type="none" w="med" len="med"/>
                      <a:tailEnd type="none" w="med" len="med"/>
                    </a:lnT>
                    <a:lnB w="6350" cap="flat" cmpd="sng" algn="ctr">
                      <a:solidFill>
                        <a:srgbClr val="10375C"/>
                      </a:solidFill>
                      <a:prstDash val="solid"/>
                      <a:round/>
                      <a:headEnd type="none" w="med" len="med"/>
                      <a:tailEnd type="none" w="med" len="med"/>
                    </a:lnB>
                  </a:tcPr>
                </a:tc>
                <a:tc>
                  <a:txBody>
                    <a:bodyPr/>
                    <a:lstStyle/>
                    <a:p>
                      <a:pPr marL="0" indent="0">
                        <a:buNone/>
                      </a:pPr>
                      <a:r>
                        <a:rPr lang="en-US" sz="1000" dirty="0">
                          <a:solidFill>
                            <a:srgbClr val="0F253A"/>
                          </a:solidFill>
                        </a:rPr>
                        <a:t>0.87</a:t>
                      </a:r>
                      <a:endParaRPr lang="en-US" sz="1000" dirty="0"/>
                    </a:p>
                  </a:txBody>
                  <a:tcPr anchor="ctr">
                    <a:lnL w="6350" cap="flat" cmpd="sng" algn="ctr">
                      <a:solidFill>
                        <a:srgbClr val="10375C"/>
                      </a:solidFill>
                      <a:prstDash val="solid"/>
                      <a:round/>
                      <a:headEnd type="none" w="med" len="med"/>
                      <a:tailEnd type="none" w="med" len="med"/>
                    </a:lnL>
                    <a:lnR w="6350" cap="flat" cmpd="sng" algn="ctr">
                      <a:solidFill>
                        <a:srgbClr val="10375C"/>
                      </a:solidFill>
                      <a:prstDash val="solid"/>
                      <a:round/>
                      <a:headEnd type="none" w="med" len="med"/>
                      <a:tailEnd type="none" w="med" len="med"/>
                    </a:lnR>
                    <a:lnT w="6350" cap="flat" cmpd="sng" algn="ctr">
                      <a:solidFill>
                        <a:srgbClr val="10375C"/>
                      </a:solidFill>
                      <a:prstDash val="solid"/>
                      <a:round/>
                      <a:headEnd type="none" w="med" len="med"/>
                      <a:tailEnd type="none" w="med" len="med"/>
                    </a:lnT>
                    <a:lnB w="6350" cap="flat" cmpd="sng" algn="ctr">
                      <a:solidFill>
                        <a:srgbClr val="10375C"/>
                      </a:solidFill>
                      <a:prstDash val="solid"/>
                      <a:round/>
                      <a:headEnd type="none" w="med" len="med"/>
                      <a:tailEnd type="none" w="med" len="med"/>
                    </a:lnB>
                  </a:tcPr>
                </a:tc>
                <a:tc>
                  <a:txBody>
                    <a:bodyPr/>
                    <a:lstStyle/>
                    <a:p>
                      <a:pPr marL="0" indent="0">
                        <a:buNone/>
                      </a:pPr>
                      <a:r>
                        <a:rPr lang="en-US" sz="1000" dirty="0">
                          <a:solidFill>
                            <a:srgbClr val="0F253A"/>
                          </a:solidFill>
                        </a:rPr>
                        <a:t>0.89</a:t>
                      </a:r>
                      <a:endParaRPr lang="en-US" sz="1000" dirty="0"/>
                    </a:p>
                  </a:txBody>
                  <a:tcPr anchor="ctr">
                    <a:lnL w="6350" cap="flat" cmpd="sng" algn="ctr">
                      <a:solidFill>
                        <a:srgbClr val="10375C"/>
                      </a:solidFill>
                      <a:prstDash val="solid"/>
                      <a:round/>
                      <a:headEnd type="none" w="med" len="med"/>
                      <a:tailEnd type="none" w="med" len="med"/>
                    </a:lnL>
                    <a:lnR w="6350" cap="flat" cmpd="sng" algn="ctr">
                      <a:solidFill>
                        <a:srgbClr val="10375C"/>
                      </a:solidFill>
                      <a:prstDash val="solid"/>
                      <a:round/>
                      <a:headEnd type="none" w="med" len="med"/>
                      <a:tailEnd type="none" w="med" len="med"/>
                    </a:lnR>
                    <a:lnT w="6350" cap="flat" cmpd="sng" algn="ctr">
                      <a:solidFill>
                        <a:srgbClr val="10375C"/>
                      </a:solidFill>
                      <a:prstDash val="solid"/>
                      <a:round/>
                      <a:headEnd type="none" w="med" len="med"/>
                      <a:tailEnd type="none" w="med" len="med"/>
                    </a:lnT>
                    <a:lnB w="6350" cap="flat" cmpd="sng" algn="ctr">
                      <a:solidFill>
                        <a:srgbClr val="10375C"/>
                      </a:solidFill>
                      <a:prstDash val="solid"/>
                      <a:round/>
                      <a:headEnd type="none" w="med" len="med"/>
                      <a:tailEnd type="none" w="med" len="med"/>
                    </a:lnB>
                  </a:tcPr>
                </a:tc>
                <a:extLst>
                  <a:ext uri="{0D108BD9-81ED-4DB2-BD59-A6C34878D82A}">
                    <a16:rowId xmlns:a16="http://schemas.microsoft.com/office/drawing/2014/main" val="10002"/>
                  </a:ext>
                </a:extLst>
              </a:tr>
              <a:tr h="228600">
                <a:tc>
                  <a:txBody>
                    <a:bodyPr/>
                    <a:lstStyle/>
                    <a:p>
                      <a:pPr marL="0" indent="0">
                        <a:buNone/>
                      </a:pPr>
                      <a:r>
                        <a:rPr lang="en-US" sz="1000" dirty="0">
                          <a:solidFill>
                            <a:srgbClr val="0F253A"/>
                          </a:solidFill>
                        </a:rPr>
                        <a:t>Hybrid</a:t>
                      </a:r>
                      <a:endParaRPr lang="en-US" sz="1000" dirty="0"/>
                    </a:p>
                  </a:txBody>
                  <a:tcPr anchor="ctr">
                    <a:lnL w="6350" cap="flat" cmpd="sng" algn="ctr">
                      <a:solidFill>
                        <a:srgbClr val="10375C"/>
                      </a:solidFill>
                      <a:prstDash val="solid"/>
                      <a:round/>
                      <a:headEnd type="none" w="med" len="med"/>
                      <a:tailEnd type="none" w="med" len="med"/>
                    </a:lnL>
                    <a:lnR w="6350" cap="flat" cmpd="sng" algn="ctr">
                      <a:solidFill>
                        <a:srgbClr val="10375C"/>
                      </a:solidFill>
                      <a:prstDash val="solid"/>
                      <a:round/>
                      <a:headEnd type="none" w="med" len="med"/>
                      <a:tailEnd type="none" w="med" len="med"/>
                    </a:lnR>
                    <a:lnT w="6350" cap="flat" cmpd="sng" algn="ctr">
                      <a:solidFill>
                        <a:srgbClr val="10375C"/>
                      </a:solidFill>
                      <a:prstDash val="solid"/>
                      <a:round/>
                      <a:headEnd type="none" w="med" len="med"/>
                      <a:tailEnd type="none" w="med" len="med"/>
                    </a:lnT>
                    <a:lnB w="6350" cap="flat" cmpd="sng" algn="ctr">
                      <a:solidFill>
                        <a:srgbClr val="10375C"/>
                      </a:solidFill>
                      <a:prstDash val="solid"/>
                      <a:round/>
                      <a:headEnd type="none" w="med" len="med"/>
                      <a:tailEnd type="none" w="med" len="med"/>
                    </a:lnB>
                    <a:solidFill>
                      <a:srgbClr val="E1F3EF"/>
                    </a:solidFill>
                  </a:tcPr>
                </a:tc>
                <a:tc>
                  <a:txBody>
                    <a:bodyPr/>
                    <a:lstStyle/>
                    <a:p>
                      <a:pPr marL="0" indent="0">
                        <a:buNone/>
                      </a:pPr>
                      <a:r>
                        <a:rPr lang="en-US" sz="1000" dirty="0">
                          <a:solidFill>
                            <a:srgbClr val="0F253A"/>
                          </a:solidFill>
                        </a:rPr>
                        <a:t>0.89</a:t>
                      </a:r>
                      <a:endParaRPr lang="en-US" sz="1000" dirty="0"/>
                    </a:p>
                  </a:txBody>
                  <a:tcPr anchor="ctr">
                    <a:lnL w="6350" cap="flat" cmpd="sng" algn="ctr">
                      <a:solidFill>
                        <a:srgbClr val="10375C"/>
                      </a:solidFill>
                      <a:prstDash val="solid"/>
                      <a:round/>
                      <a:headEnd type="none" w="med" len="med"/>
                      <a:tailEnd type="none" w="med" len="med"/>
                    </a:lnL>
                    <a:lnR w="6350" cap="flat" cmpd="sng" algn="ctr">
                      <a:solidFill>
                        <a:srgbClr val="10375C"/>
                      </a:solidFill>
                      <a:prstDash val="solid"/>
                      <a:round/>
                      <a:headEnd type="none" w="med" len="med"/>
                      <a:tailEnd type="none" w="med" len="med"/>
                    </a:lnR>
                    <a:lnT w="6350" cap="flat" cmpd="sng" algn="ctr">
                      <a:solidFill>
                        <a:srgbClr val="10375C"/>
                      </a:solidFill>
                      <a:prstDash val="solid"/>
                      <a:round/>
                      <a:headEnd type="none" w="med" len="med"/>
                      <a:tailEnd type="none" w="med" len="med"/>
                    </a:lnT>
                    <a:lnB w="6350" cap="flat" cmpd="sng" algn="ctr">
                      <a:solidFill>
                        <a:srgbClr val="10375C"/>
                      </a:solidFill>
                      <a:prstDash val="solid"/>
                      <a:round/>
                      <a:headEnd type="none" w="med" len="med"/>
                      <a:tailEnd type="none" w="med" len="med"/>
                    </a:lnB>
                  </a:tcPr>
                </a:tc>
                <a:tc>
                  <a:txBody>
                    <a:bodyPr/>
                    <a:lstStyle/>
                    <a:p>
                      <a:pPr marL="0" indent="0">
                        <a:buNone/>
                      </a:pPr>
                      <a:r>
                        <a:rPr lang="en-US" sz="1000" dirty="0">
                          <a:solidFill>
                            <a:srgbClr val="0F253A"/>
                          </a:solidFill>
                        </a:rPr>
                        <a:t>0.89</a:t>
                      </a:r>
                      <a:endParaRPr lang="en-US" sz="1000" dirty="0"/>
                    </a:p>
                  </a:txBody>
                  <a:tcPr anchor="ctr">
                    <a:lnL w="6350" cap="flat" cmpd="sng" algn="ctr">
                      <a:solidFill>
                        <a:srgbClr val="10375C"/>
                      </a:solidFill>
                      <a:prstDash val="solid"/>
                      <a:round/>
                      <a:headEnd type="none" w="med" len="med"/>
                      <a:tailEnd type="none" w="med" len="med"/>
                    </a:lnL>
                    <a:lnR w="6350" cap="flat" cmpd="sng" algn="ctr">
                      <a:solidFill>
                        <a:srgbClr val="10375C"/>
                      </a:solidFill>
                      <a:prstDash val="solid"/>
                      <a:round/>
                      <a:headEnd type="none" w="med" len="med"/>
                      <a:tailEnd type="none" w="med" len="med"/>
                    </a:lnR>
                    <a:lnT w="6350" cap="flat" cmpd="sng" algn="ctr">
                      <a:solidFill>
                        <a:srgbClr val="10375C"/>
                      </a:solidFill>
                      <a:prstDash val="solid"/>
                      <a:round/>
                      <a:headEnd type="none" w="med" len="med"/>
                      <a:tailEnd type="none" w="med" len="med"/>
                    </a:lnT>
                    <a:lnB w="6350" cap="flat" cmpd="sng" algn="ctr">
                      <a:solidFill>
                        <a:srgbClr val="10375C"/>
                      </a:solidFill>
                      <a:prstDash val="solid"/>
                      <a:round/>
                      <a:headEnd type="none" w="med" len="med"/>
                      <a:tailEnd type="none" w="med" len="med"/>
                    </a:lnB>
                  </a:tcPr>
                </a:tc>
                <a:tc>
                  <a:txBody>
                    <a:bodyPr/>
                    <a:lstStyle/>
                    <a:p>
                      <a:pPr marL="0" indent="0">
                        <a:buNone/>
                      </a:pPr>
                      <a:r>
                        <a:rPr lang="en-US" sz="1000" dirty="0">
                          <a:solidFill>
                            <a:srgbClr val="0F253A"/>
                          </a:solidFill>
                        </a:rPr>
                        <a:t>0.88</a:t>
                      </a:r>
                      <a:endParaRPr lang="en-US" sz="1000" dirty="0"/>
                    </a:p>
                  </a:txBody>
                  <a:tcPr anchor="ctr">
                    <a:lnL w="6350" cap="flat" cmpd="sng" algn="ctr">
                      <a:solidFill>
                        <a:srgbClr val="10375C"/>
                      </a:solidFill>
                      <a:prstDash val="solid"/>
                      <a:round/>
                      <a:headEnd type="none" w="med" len="med"/>
                      <a:tailEnd type="none" w="med" len="med"/>
                    </a:lnL>
                    <a:lnR w="6350" cap="flat" cmpd="sng" algn="ctr">
                      <a:solidFill>
                        <a:srgbClr val="10375C"/>
                      </a:solidFill>
                      <a:prstDash val="solid"/>
                      <a:round/>
                      <a:headEnd type="none" w="med" len="med"/>
                      <a:tailEnd type="none" w="med" len="med"/>
                    </a:lnR>
                    <a:lnT w="6350" cap="flat" cmpd="sng" algn="ctr">
                      <a:solidFill>
                        <a:srgbClr val="10375C"/>
                      </a:solidFill>
                      <a:prstDash val="solid"/>
                      <a:round/>
                      <a:headEnd type="none" w="med" len="med"/>
                      <a:tailEnd type="none" w="med" len="med"/>
                    </a:lnT>
                    <a:lnB w="6350" cap="flat" cmpd="sng" algn="ctr">
                      <a:solidFill>
                        <a:srgbClr val="10375C"/>
                      </a:solidFill>
                      <a:prstDash val="solid"/>
                      <a:round/>
                      <a:headEnd type="none" w="med" len="med"/>
                      <a:tailEnd type="none" w="med" len="med"/>
                    </a:lnB>
                  </a:tcPr>
                </a:tc>
                <a:extLst>
                  <a:ext uri="{0D108BD9-81ED-4DB2-BD59-A6C34878D82A}">
                    <a16:rowId xmlns:a16="http://schemas.microsoft.com/office/drawing/2014/main" val="10003"/>
                  </a:ext>
                </a:extLst>
              </a:tr>
            </a:tbl>
          </a:graphicData>
        </a:graphic>
      </p:graphicFrame>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8F9FA"/>
        </a:solidFill>
        <a:effectLst/>
      </p:bgPr>
    </p:bg>
    <p:spTree>
      <p:nvGrpSpPr>
        <p:cNvPr id="1" name=""/>
        <p:cNvGrpSpPr/>
        <p:nvPr/>
      </p:nvGrpSpPr>
      <p:grpSpPr>
        <a:xfrm>
          <a:off x="0" y="0"/>
          <a:ext cx="0" cy="0"/>
          <a:chOff x="0" y="0"/>
          <a:chExt cx="0" cy="0"/>
        </a:xfrm>
      </p:grpSpPr>
      <p:sp>
        <p:nvSpPr>
          <p:cNvPr id="9" name="Rounded Rectangle 8">
            <a:extLst>
              <a:ext uri="{FF2B5EF4-FFF2-40B4-BE49-F238E27FC236}">
                <a16:creationId xmlns:a16="http://schemas.microsoft.com/office/drawing/2014/main" id="{6C73E628-86B1-42D1-B489-B772890B65D4}"/>
              </a:ext>
            </a:extLst>
          </p:cNvPr>
          <p:cNvSpPr/>
          <p:nvPr/>
        </p:nvSpPr>
        <p:spPr>
          <a:xfrm>
            <a:off x="542441" y="1162373"/>
            <a:ext cx="3797084" cy="2634712"/>
          </a:xfrm>
          <a:prstGeom prst="roundRect">
            <a:avLst>
              <a:gd name="adj" fmla="val 4314"/>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ounded Rectangle 9">
            <a:extLst>
              <a:ext uri="{FF2B5EF4-FFF2-40B4-BE49-F238E27FC236}">
                <a16:creationId xmlns:a16="http://schemas.microsoft.com/office/drawing/2014/main" id="{C5FDF9D6-ADF8-3157-C73E-2E8EFCA52527}"/>
              </a:ext>
            </a:extLst>
          </p:cNvPr>
          <p:cNvSpPr/>
          <p:nvPr/>
        </p:nvSpPr>
        <p:spPr>
          <a:xfrm>
            <a:off x="4572000" y="1162373"/>
            <a:ext cx="3797084" cy="2634712"/>
          </a:xfrm>
          <a:prstGeom prst="roundRect">
            <a:avLst>
              <a:gd name="adj" fmla="val 4314"/>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Shape 0"/>
          <p:cNvSpPr/>
          <p:nvPr/>
        </p:nvSpPr>
        <p:spPr>
          <a:xfrm>
            <a:off x="0" y="0"/>
            <a:ext cx="9144000" cy="548640"/>
          </a:xfrm>
          <a:prstGeom prst="rect">
            <a:avLst/>
          </a:prstGeom>
          <a:solidFill>
            <a:srgbClr val="10375C"/>
          </a:solidFill>
          <a:ln w="12700">
            <a:solidFill>
              <a:srgbClr val="10375C"/>
            </a:solidFill>
            <a:prstDash val="solid"/>
          </a:ln>
        </p:spPr>
        <p:txBody>
          <a:bodyPr/>
          <a:lstStyle/>
          <a:p>
            <a:endParaRPr/>
          </a:p>
        </p:txBody>
      </p:sp>
      <p:sp>
        <p:nvSpPr>
          <p:cNvPr id="3" name="Text 1"/>
          <p:cNvSpPr/>
          <p:nvPr/>
        </p:nvSpPr>
        <p:spPr>
          <a:xfrm>
            <a:off x="457200" y="91440"/>
            <a:ext cx="8229600" cy="365760"/>
          </a:xfrm>
          <a:prstGeom prst="rect">
            <a:avLst/>
          </a:prstGeom>
          <a:noFill/>
          <a:ln/>
        </p:spPr>
        <p:txBody>
          <a:bodyPr wrap="square" rtlCol="0" anchor="ctr"/>
          <a:lstStyle/>
          <a:p>
            <a:pPr marL="0" indent="0">
              <a:buNone/>
            </a:pPr>
            <a:r>
              <a:rPr lang="en-US" sz="2000" b="1" dirty="0">
                <a:solidFill>
                  <a:srgbClr val="FFFFFF"/>
                </a:solidFill>
              </a:rPr>
              <a:t>Limitations &amp; Future Work</a:t>
            </a:r>
            <a:endParaRPr lang="en-US" sz="2000" dirty="0"/>
          </a:p>
        </p:txBody>
      </p:sp>
      <p:pic>
        <p:nvPicPr>
          <p:cNvPr id="4" name="Image 0" descr="preencoded.png"/>
          <p:cNvPicPr>
            <a:picLocks noChangeAspect="1"/>
          </p:cNvPicPr>
          <p:nvPr/>
        </p:nvPicPr>
        <p:blipFill>
          <a:blip r:embed="rId3"/>
          <a:stretch>
            <a:fillRect/>
          </a:stretch>
        </p:blipFill>
        <p:spPr>
          <a:xfrm>
            <a:off x="2123268" y="1353389"/>
            <a:ext cx="320040" cy="320040"/>
          </a:xfrm>
          <a:prstGeom prst="rect">
            <a:avLst/>
          </a:prstGeom>
        </p:spPr>
      </p:pic>
      <p:sp>
        <p:nvSpPr>
          <p:cNvPr id="5" name="Text 2"/>
          <p:cNvSpPr/>
          <p:nvPr/>
        </p:nvSpPr>
        <p:spPr>
          <a:xfrm>
            <a:off x="777240" y="1344091"/>
            <a:ext cx="3213574" cy="2743200"/>
          </a:xfrm>
          <a:prstGeom prst="rect">
            <a:avLst/>
          </a:prstGeom>
          <a:noFill/>
          <a:ln/>
        </p:spPr>
        <p:txBody>
          <a:bodyPr wrap="square" rtlCol="0" anchor="t"/>
          <a:lstStyle/>
          <a:p>
            <a:pPr marL="0" indent="0">
              <a:buNone/>
            </a:pPr>
            <a:r>
              <a:rPr lang="en-US" sz="1600" b="1" dirty="0">
                <a:solidFill>
                  <a:srgbClr val="10375C"/>
                </a:solidFill>
              </a:rPr>
              <a:t>Limitations</a:t>
            </a:r>
          </a:p>
          <a:p>
            <a:pPr marL="0" indent="0">
              <a:buNone/>
            </a:pPr>
            <a:endParaRPr lang="en-US" sz="1600" b="1" dirty="0">
              <a:solidFill>
                <a:srgbClr val="10375C"/>
              </a:solidFill>
            </a:endParaRPr>
          </a:p>
          <a:p>
            <a:pPr marL="171450" indent="-171450">
              <a:buFont typeface="Arial" panose="020B0604020202020204" pitchFamily="34" charset="0"/>
              <a:buChar char="•"/>
            </a:pPr>
            <a:r>
              <a:rPr lang="en-US" sz="1200" dirty="0">
                <a:solidFill>
                  <a:srgbClr val="0F253A"/>
                </a:solidFill>
              </a:rPr>
              <a:t>Small, controlled dataset limits generalisation to real‑world scenes.
Challenging classes remain (e.g. shiny plastic vs glass, mixed materials).
Single‑item photos only; not suited for bin detection or cluttered backgrounds.
Class imbalance biases the model towards common classes.</a:t>
            </a:r>
            <a:endParaRPr lang="en-US" sz="1600" dirty="0"/>
          </a:p>
        </p:txBody>
      </p:sp>
      <p:pic>
        <p:nvPicPr>
          <p:cNvPr id="6" name="Image 1" descr="preencoded.png"/>
          <p:cNvPicPr>
            <a:picLocks noChangeAspect="1"/>
          </p:cNvPicPr>
          <p:nvPr/>
        </p:nvPicPr>
        <p:blipFill>
          <a:blip r:embed="rId4"/>
          <a:stretch>
            <a:fillRect/>
          </a:stretch>
        </p:blipFill>
        <p:spPr>
          <a:xfrm>
            <a:off x="6849281" y="1256525"/>
            <a:ext cx="320040" cy="320040"/>
          </a:xfrm>
          <a:prstGeom prst="rect">
            <a:avLst/>
          </a:prstGeom>
        </p:spPr>
      </p:pic>
      <p:sp>
        <p:nvSpPr>
          <p:cNvPr id="7" name="Text 3"/>
          <p:cNvSpPr/>
          <p:nvPr/>
        </p:nvSpPr>
        <p:spPr>
          <a:xfrm>
            <a:off x="4927492" y="1261949"/>
            <a:ext cx="3086100" cy="2304987"/>
          </a:xfrm>
          <a:prstGeom prst="rect">
            <a:avLst/>
          </a:prstGeom>
          <a:noFill/>
          <a:ln/>
        </p:spPr>
        <p:txBody>
          <a:bodyPr wrap="square" rtlCol="0" anchor="t"/>
          <a:lstStyle/>
          <a:p>
            <a:r>
              <a:rPr lang="en-US" sz="1600" b="1" dirty="0">
                <a:solidFill>
                  <a:srgbClr val="10375C"/>
                </a:solidFill>
              </a:rPr>
              <a:t>Future Directions
</a:t>
            </a:r>
          </a:p>
          <a:p>
            <a:pPr marL="171450" indent="-171450">
              <a:buFont typeface="Arial" panose="020B0604020202020204" pitchFamily="34" charset="0"/>
              <a:buChar char="•"/>
            </a:pPr>
            <a:r>
              <a:rPr lang="en-US" sz="1200" dirty="0">
                <a:solidFill>
                  <a:srgbClr val="0F253A"/>
                </a:solidFill>
              </a:rPr>
              <a:t>Collect diverse, in‑the‑wild waste images and enlarge the dataset.
Extend from classification to object detection (YOLO/Faster R‑CNN).
Explore attention mechanisms and transformer architectures.
Deploy lightweight models on embedded devices for smart bins.</a:t>
            </a:r>
            <a:endParaRPr lang="en-US" sz="1600" dirty="0"/>
          </a:p>
        </p:txBody>
      </p:sp>
      <p:sp>
        <p:nvSpPr>
          <p:cNvPr id="8" name="Text 4"/>
          <p:cNvSpPr/>
          <p:nvPr/>
        </p:nvSpPr>
        <p:spPr>
          <a:xfrm>
            <a:off x="457200" y="4892040"/>
            <a:ext cx="8229600" cy="182880"/>
          </a:xfrm>
          <a:prstGeom prst="rect">
            <a:avLst/>
          </a:prstGeom>
          <a:noFill/>
          <a:ln/>
        </p:spPr>
        <p:txBody>
          <a:bodyPr wrap="square" lIns="0" tIns="0" rIns="0" bIns="0" rtlCol="0" anchor="ctr"/>
          <a:lstStyle/>
          <a:p>
            <a:pPr marL="0" indent="0">
              <a:buNone/>
            </a:pPr>
            <a:r>
              <a:rPr lang="en-US" sz="700" u="sng" dirty="0">
                <a:solidFill>
                  <a:srgbClr val="10375C"/>
                </a:solidFill>
                <a:hlinkClick r:id="rId5"/>
              </a:rPr>
              <a:t>[19]</a:t>
            </a:r>
            <a:r>
              <a:rPr lang="en-US" sz="700" dirty="0">
                <a:solidFill>
                  <a:srgbClr val="000000"/>
                </a:solidFill>
              </a:rPr>
              <a:t>   </a:t>
            </a:r>
            <a:r>
              <a:rPr lang="en-US" sz="700" u="sng" dirty="0">
                <a:solidFill>
                  <a:srgbClr val="10375C"/>
                </a:solidFill>
                <a:hlinkClick r:id="rId6"/>
              </a:rPr>
              <a:t>[20]</a:t>
            </a:r>
            <a:endParaRPr lang="en-US" sz="7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pattFill prst="pct10">
          <a:fgClr>
            <a:srgbClr val="5B9CD6"/>
          </a:fgClr>
          <a:bgClr>
            <a:srgbClr val="4FC7A0"/>
          </a:bgClr>
        </a:pattFill>
        <a:effectLst/>
      </p:bgPr>
    </p:bg>
    <p:spTree>
      <p:nvGrpSpPr>
        <p:cNvPr id="1" name=""/>
        <p:cNvGrpSpPr/>
        <p:nvPr/>
      </p:nvGrpSpPr>
      <p:grpSpPr>
        <a:xfrm>
          <a:off x="0" y="0"/>
          <a:ext cx="0" cy="0"/>
          <a:chOff x="0" y="0"/>
          <a:chExt cx="0" cy="0"/>
        </a:xfrm>
      </p:grpSpPr>
      <p:sp>
        <p:nvSpPr>
          <p:cNvPr id="4" name="Text 1"/>
          <p:cNvSpPr/>
          <p:nvPr/>
        </p:nvSpPr>
        <p:spPr>
          <a:xfrm>
            <a:off x="457200" y="365760"/>
            <a:ext cx="8229600" cy="548640"/>
          </a:xfrm>
          <a:prstGeom prst="rect">
            <a:avLst/>
          </a:prstGeom>
          <a:noFill/>
          <a:ln/>
        </p:spPr>
        <p:txBody>
          <a:bodyPr wrap="square" rtlCol="0" anchor="ctr"/>
          <a:lstStyle/>
          <a:p>
            <a:pPr marL="0" indent="0" algn="ctr">
              <a:buNone/>
            </a:pPr>
            <a:r>
              <a:rPr lang="en-US" sz="4000" b="1" dirty="0">
                <a:solidFill>
                  <a:schemeClr val="bg1"/>
                </a:solidFill>
              </a:rPr>
              <a:t>Conclusion</a:t>
            </a:r>
            <a:endParaRPr lang="en-US" sz="4000" dirty="0">
              <a:solidFill>
                <a:schemeClr val="bg1"/>
              </a:solidFill>
            </a:endParaRPr>
          </a:p>
        </p:txBody>
      </p:sp>
      <p:sp>
        <p:nvSpPr>
          <p:cNvPr id="5" name="Text 2"/>
          <p:cNvSpPr/>
          <p:nvPr/>
        </p:nvSpPr>
        <p:spPr>
          <a:xfrm>
            <a:off x="774916" y="1133373"/>
            <a:ext cx="7315200" cy="2743200"/>
          </a:xfrm>
          <a:prstGeom prst="rect">
            <a:avLst/>
          </a:prstGeom>
          <a:noFill/>
          <a:ln/>
        </p:spPr>
        <p:txBody>
          <a:bodyPr wrap="square" rtlCol="0" anchor="ctr"/>
          <a:lstStyle/>
          <a:p>
            <a:pPr marL="285750" indent="-285750">
              <a:buFont typeface="Arial" panose="020B0604020202020204" pitchFamily="34" charset="0"/>
              <a:buChar char="•"/>
            </a:pPr>
            <a:r>
              <a:rPr lang="en-US" dirty="0">
                <a:solidFill>
                  <a:schemeClr val="tx1">
                    <a:lumMod val="65000"/>
                    <a:lumOff val="35000"/>
                  </a:schemeClr>
                </a:solidFill>
              </a:rPr>
              <a:t>Our improved deep model achieved the best balance of accuracy and class‑wise performance (0.88 overall).
The hybrid approach using deep features and logistic regression offered interpretability with comparable accuracy (0.89).
Data augmentation and class weighting were critical for robustness on imbalanced, small datasets.
Real‑world deployment will require larger, more diverse data and extension to detection tasks.</a:t>
            </a:r>
          </a:p>
        </p:txBody>
      </p:sp>
      <p:sp>
        <p:nvSpPr>
          <p:cNvPr id="6" name="Text 3"/>
          <p:cNvSpPr/>
          <p:nvPr/>
        </p:nvSpPr>
        <p:spPr>
          <a:xfrm>
            <a:off x="2499102" y="4010127"/>
            <a:ext cx="3866827" cy="548640"/>
          </a:xfrm>
          <a:prstGeom prst="rect">
            <a:avLst/>
          </a:prstGeom>
          <a:noFill/>
          <a:ln/>
        </p:spPr>
        <p:txBody>
          <a:bodyPr wrap="square" rtlCol="0" anchor="ctr"/>
          <a:lstStyle/>
          <a:p>
            <a:pPr marL="0" indent="0" algn="ctr">
              <a:buNone/>
            </a:pPr>
            <a:r>
              <a:rPr lang="en-US" sz="2800" b="1" dirty="0">
                <a:solidFill>
                  <a:schemeClr val="bg1"/>
                </a:solidFill>
              </a:rPr>
              <a:t>Thank you!</a:t>
            </a:r>
            <a:endParaRPr lang="en-US" sz="2800" dirty="0">
              <a:solidFill>
                <a:schemeClr val="bg1"/>
              </a:solidFill>
            </a:endParaRP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Metadata/LabelInfo.xml><?xml version="1.0" encoding="utf-8"?>
<clbl:labelList xmlns:clbl="http://schemas.microsoft.com/office/2020/mipLabelMetadata">
  <clbl:label id="{f3e58186-1c1b-4537-900b-8707ad116850}" enabled="1" method="Standard" siteId="{4e2c6054-71cb-48f1-bd6c-3a9705aca71b}" contentBits="2" removed="0"/>
</clbl:labelList>
</file>

<file path=docProps/app.xml><?xml version="1.0" encoding="utf-8"?>
<Properties xmlns="http://schemas.openxmlformats.org/officeDocument/2006/extended-properties" xmlns:vt="http://schemas.openxmlformats.org/officeDocument/2006/docPropsVTypes">
  <TotalTime>2</TotalTime>
  <Words>700</Words>
  <Application>Microsoft Macintosh PowerPoint</Application>
  <PresentationFormat>On-screen Show (16:9)</PresentationFormat>
  <Paragraphs>83</Paragraphs>
  <Slides>10</Slides>
  <Notes>10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10</vt:i4>
      </vt:variant>
    </vt:vector>
  </HeadingPairs>
  <TitlesOfParts>
    <vt:vector size="13" baseType="lpstr">
      <vt:lpstr>Aptos</vt:lpstr>
      <vt:lpstr>Arial</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Laxminag Mamillapalli</cp:lastModifiedBy>
  <cp:revision>5</cp:revision>
  <dcterms:created xsi:type="dcterms:W3CDTF">2025-12-06T05:45:33Z</dcterms:created>
  <dcterms:modified xsi:type="dcterms:W3CDTF">2025-12-06T06:26:02Z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lassificationContentMarkingFooterLocations">
    <vt:lpwstr>Office Theme:3</vt:lpwstr>
  </property>
  <property fmtid="{D5CDD505-2E9C-101B-9397-08002B2CF9AE}" pid="3" name="ClassificationContentMarkingFooterText">
    <vt:lpwstr>Confidential- Oracle Internal</vt:lpwstr>
  </property>
</Properties>
</file>